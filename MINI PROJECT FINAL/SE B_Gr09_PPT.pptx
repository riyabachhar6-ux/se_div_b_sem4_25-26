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2" r:id="rId1"/>
    <p:sldMasterId id="2147483663" r:id="rId2"/>
  </p:sldMasterIdLst>
  <p:notesMasterIdLst>
    <p:notesMasterId r:id="rId44"/>
  </p:notesMasterIdLst>
  <p:sldIdLst>
    <p:sldId id="256" r:id="rId3"/>
    <p:sldId id="257" r:id="rId4"/>
    <p:sldId id="258" r:id="rId5"/>
    <p:sldId id="259" r:id="rId6"/>
    <p:sldId id="262" r:id="rId7"/>
    <p:sldId id="275" r:id="rId8"/>
    <p:sldId id="265" r:id="rId9"/>
    <p:sldId id="260" r:id="rId10"/>
    <p:sldId id="266" r:id="rId11"/>
    <p:sldId id="261" r:id="rId12"/>
    <p:sldId id="267" r:id="rId13"/>
    <p:sldId id="263" r:id="rId14"/>
    <p:sldId id="269" r:id="rId15"/>
    <p:sldId id="276" r:id="rId16"/>
    <p:sldId id="268" r:id="rId17"/>
    <p:sldId id="270" r:id="rId18"/>
    <p:sldId id="277" r:id="rId19"/>
    <p:sldId id="278" r:id="rId20"/>
    <p:sldId id="279" r:id="rId21"/>
    <p:sldId id="280" r:id="rId22"/>
    <p:sldId id="281" r:id="rId23"/>
    <p:sldId id="282" r:id="rId24"/>
    <p:sldId id="284" r:id="rId25"/>
    <p:sldId id="285" r:id="rId26"/>
    <p:sldId id="286" r:id="rId27"/>
    <p:sldId id="287" r:id="rId28"/>
    <p:sldId id="289" r:id="rId29"/>
    <p:sldId id="290" r:id="rId30"/>
    <p:sldId id="291" r:id="rId31"/>
    <p:sldId id="292" r:id="rId32"/>
    <p:sldId id="293" r:id="rId33"/>
    <p:sldId id="294" r:id="rId34"/>
    <p:sldId id="295" r:id="rId35"/>
    <p:sldId id="296" r:id="rId36"/>
    <p:sldId id="297" r:id="rId37"/>
    <p:sldId id="298" r:id="rId38"/>
    <p:sldId id="299" r:id="rId39"/>
    <p:sldId id="271" r:id="rId40"/>
    <p:sldId id="272" r:id="rId41"/>
    <p:sldId id="273" r:id="rId42"/>
    <p:sldId id="274" r:id="rId43"/>
  </p:sldIdLst>
  <p:sldSz cx="10080625" cy="7559675"/>
  <p:notesSz cx="7559675" cy="10691813"/>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 uri="{2D200454-40CA-4A62-9FC3-DE9A4176ACB9}">
      <p15:notesGuideLst xmlns:p15="http://schemas.microsoft.com/office/powerpoint/2012/main">
        <p15:guide id="1" orient="horz" pos="2880">
          <p15:clr>
            <a:srgbClr val="000000"/>
          </p15:clr>
        </p15:guide>
        <p15:guide id="2" pos="2160">
          <p15:clr>
            <a:srgbClr val="000000"/>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1" d="100"/>
          <a:sy n="71" d="100"/>
        </p:scale>
        <p:origin x="1579" y="53"/>
      </p:cViewPr>
      <p:guideLst>
        <p:guide orient="horz" pos="2160"/>
        <p:guide pos="2880"/>
      </p:guideLst>
    </p:cSldViewPr>
  </p:slideViewPr>
  <p:notesTextViewPr>
    <p:cViewPr>
      <p:scale>
        <a:sx n="1" d="1"/>
        <a:sy n="1" d="1"/>
      </p:scale>
      <p:origin x="0" y="0"/>
    </p:cViewPr>
  </p:notesTextViewPr>
  <p:notesViewPr>
    <p:cSldViewPr snapToGrid="0">
      <p:cViewPr varScale="1">
        <p:scale>
          <a:sx n="100" d="100"/>
          <a:sy n="100" d="100"/>
        </p:scale>
        <p:origin x="0" y="0"/>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theme" Target="theme/theme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tableStyles" Target="tableStyles.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viewProps" Target="viewProps.xml"/><Relationship Id="rId20" Type="http://schemas.openxmlformats.org/officeDocument/2006/relationships/slide" Target="slides/slide18.xml"/><Relationship Id="rId41" Type="http://schemas.openxmlformats.org/officeDocument/2006/relationships/slide" Target="slides/slide3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215900" y="812800"/>
            <a:ext cx="7126287" cy="40068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 name="Google Shape;4;n"/>
          <p:cNvSpPr txBox="1">
            <a:spLocks noGrp="1"/>
          </p:cNvSpPr>
          <p:nvPr>
            <p:ph type="body" idx="1"/>
          </p:nvPr>
        </p:nvSpPr>
        <p:spPr>
          <a:xfrm>
            <a:off x="755650" y="5078412"/>
            <a:ext cx="6046787" cy="4810125"/>
          </a:xfrm>
          <a:prstGeom prst="rect">
            <a:avLst/>
          </a:prstGeom>
          <a:noFill/>
          <a:ln>
            <a:noFill/>
          </a:ln>
        </p:spPr>
        <p:txBody>
          <a:bodyPr spcFirstLastPara="1" wrap="square" lIns="0" tIns="0" rIns="0" bIns="0" anchor="t" anchorCtr="0">
            <a:noAutofit/>
          </a:bodyPr>
          <a:lstStyle>
            <a:lvl1pPr marL="457200" marR="0" lvl="0" indent="-228600" algn="l" rtl="0">
              <a:spcBef>
                <a:spcPts val="0"/>
              </a:spcBef>
              <a:spcAft>
                <a:spcPts val="0"/>
              </a:spcAft>
              <a:buSzPts val="1400"/>
              <a:buNone/>
              <a:defRPr sz="1800" b="0" i="0" u="none" strike="noStrike" cap="none"/>
            </a:lvl1pPr>
            <a:lvl2pPr marL="914400" marR="0" lvl="1" indent="-228600" algn="l" rtl="0">
              <a:spcBef>
                <a:spcPts val="0"/>
              </a:spcBef>
              <a:spcAft>
                <a:spcPts val="0"/>
              </a:spcAft>
              <a:buSzPts val="1400"/>
              <a:buNone/>
              <a:defRPr sz="1800" b="0" i="0" u="none" strike="noStrike" cap="none"/>
            </a:lvl2pPr>
            <a:lvl3pPr marL="1371600" marR="0" lvl="2" indent="-228600" algn="l" rtl="0">
              <a:spcBef>
                <a:spcPts val="0"/>
              </a:spcBef>
              <a:spcAft>
                <a:spcPts val="0"/>
              </a:spcAft>
              <a:buSzPts val="1400"/>
              <a:buNone/>
              <a:defRPr sz="1800" b="0" i="0" u="none" strike="noStrike" cap="none"/>
            </a:lvl3pPr>
            <a:lvl4pPr marL="1828800" marR="0" lvl="3" indent="-228600" algn="l" rtl="0">
              <a:spcBef>
                <a:spcPts val="0"/>
              </a:spcBef>
              <a:spcAft>
                <a:spcPts val="0"/>
              </a:spcAft>
              <a:buSzPts val="1400"/>
              <a:buNone/>
              <a:defRPr sz="1800" b="0" i="0" u="none" strike="noStrike" cap="none"/>
            </a:lvl4pPr>
            <a:lvl5pPr marL="2286000" marR="0" lvl="4" indent="-228600" algn="l" rtl="0">
              <a:spcBef>
                <a:spcPts val="0"/>
              </a:spcBef>
              <a:spcAft>
                <a:spcPts val="0"/>
              </a:spcAft>
              <a:buSzPts val="1400"/>
              <a:buNone/>
              <a:defRPr sz="1800" b="0" i="0" u="none" strike="noStrike" cap="none"/>
            </a:lvl5pPr>
            <a:lvl6pPr marL="2743200" marR="0" lvl="5" indent="-228600" algn="l" rtl="0">
              <a:spcBef>
                <a:spcPts val="0"/>
              </a:spcBef>
              <a:spcAft>
                <a:spcPts val="0"/>
              </a:spcAft>
              <a:buSzPts val="1400"/>
              <a:buNone/>
              <a:defRPr sz="1800" b="0" i="0" u="none" strike="noStrike" cap="none"/>
            </a:lvl6pPr>
            <a:lvl7pPr marL="3200400" marR="0" lvl="6" indent="-228600" algn="l" rtl="0">
              <a:spcBef>
                <a:spcPts val="0"/>
              </a:spcBef>
              <a:spcAft>
                <a:spcPts val="0"/>
              </a:spcAft>
              <a:buSzPts val="1400"/>
              <a:buNone/>
              <a:defRPr sz="1800" b="0" i="0" u="none" strike="noStrike" cap="none"/>
            </a:lvl7pPr>
            <a:lvl8pPr marL="3657600" marR="0" lvl="7" indent="-228600" algn="l" rtl="0">
              <a:spcBef>
                <a:spcPts val="0"/>
              </a:spcBef>
              <a:spcAft>
                <a:spcPts val="0"/>
              </a:spcAft>
              <a:buSzPts val="1400"/>
              <a:buNone/>
              <a:defRPr sz="1800" b="0" i="0" u="none" strike="noStrike" cap="none"/>
            </a:lvl8pPr>
            <a:lvl9pPr marL="4114800" marR="0" lvl="8" indent="-228600" algn="l" rtl="0">
              <a:spcBef>
                <a:spcPts val="0"/>
              </a:spcBef>
              <a:spcAft>
                <a:spcPts val="0"/>
              </a:spcAft>
              <a:buSzPts val="1400"/>
              <a:buNone/>
              <a:defRPr sz="1800" b="0" i="0" u="none" strike="noStrike" cap="none"/>
            </a:lvl9pPr>
          </a:lstStyle>
          <a:p>
            <a:endParaRPr/>
          </a:p>
        </p:txBody>
      </p:sp>
      <p:sp>
        <p:nvSpPr>
          <p:cNvPr id="5" name="Google Shape;5;n"/>
          <p:cNvSpPr txBox="1">
            <a:spLocks noGrp="1"/>
          </p:cNvSpPr>
          <p:nvPr>
            <p:ph type="hdr" idx="3"/>
          </p:nvPr>
        </p:nvSpPr>
        <p:spPr>
          <a:xfrm>
            <a:off x="0" y="0"/>
            <a:ext cx="3279775" cy="533400"/>
          </a:xfrm>
          <a:prstGeom prst="rect">
            <a:avLst/>
          </a:prstGeom>
          <a:noFill/>
          <a:ln>
            <a:noFill/>
          </a:ln>
        </p:spPr>
        <p:txBody>
          <a:bodyPr spcFirstLastPara="1" wrap="square" lIns="0" tIns="0" rIns="0" bIns="0" anchor="t" anchorCtr="0">
            <a:noAutofit/>
          </a:bodyPr>
          <a:lstStyle>
            <a:lvl1pPr marR="0" lvl="0" algn="l" rtl="0">
              <a:lnSpc>
                <a:spcPct val="100000"/>
              </a:lnSpc>
              <a:spcBef>
                <a:spcPts val="0"/>
              </a:spcBef>
              <a:spcAft>
                <a:spcPts val="0"/>
              </a:spcAft>
              <a:buSzPts val="1400"/>
              <a:buNone/>
              <a:defRPr sz="1800" b="0" i="0" u="none" strike="noStrike" cap="none">
                <a:solidFill>
                  <a:srgbClr val="000000"/>
                </a:solidFill>
                <a:latin typeface="Trebuchet MS"/>
                <a:ea typeface="Trebuchet MS"/>
                <a:cs typeface="Trebuchet MS"/>
                <a:sym typeface="Trebuchet MS"/>
              </a:defRPr>
            </a:lvl1pPr>
            <a:lvl2pPr marR="0" lvl="1" algn="l" rtl="0">
              <a:lnSpc>
                <a:spcPct val="100000"/>
              </a:lnSpc>
              <a:spcBef>
                <a:spcPts val="0"/>
              </a:spcBef>
              <a:spcAft>
                <a:spcPts val="0"/>
              </a:spcAft>
              <a:buSzPts val="1400"/>
              <a:buNone/>
              <a:defRPr sz="1800" b="0" i="0" u="none" strike="noStrike" cap="none">
                <a:solidFill>
                  <a:srgbClr val="000000"/>
                </a:solidFill>
                <a:latin typeface="Trebuchet MS"/>
                <a:ea typeface="Trebuchet MS"/>
                <a:cs typeface="Trebuchet MS"/>
                <a:sym typeface="Trebuchet MS"/>
              </a:defRPr>
            </a:lvl2pPr>
            <a:lvl3pPr marR="0" lvl="2" algn="l" rtl="0">
              <a:lnSpc>
                <a:spcPct val="100000"/>
              </a:lnSpc>
              <a:spcBef>
                <a:spcPts val="0"/>
              </a:spcBef>
              <a:spcAft>
                <a:spcPts val="0"/>
              </a:spcAft>
              <a:buSzPts val="1400"/>
              <a:buNone/>
              <a:defRPr sz="1800" b="0" i="0" u="none" strike="noStrike" cap="none">
                <a:solidFill>
                  <a:srgbClr val="000000"/>
                </a:solidFill>
                <a:latin typeface="Trebuchet MS"/>
                <a:ea typeface="Trebuchet MS"/>
                <a:cs typeface="Trebuchet MS"/>
                <a:sym typeface="Trebuchet MS"/>
              </a:defRPr>
            </a:lvl3pPr>
            <a:lvl4pPr marR="0" lvl="3" algn="l" rtl="0">
              <a:lnSpc>
                <a:spcPct val="100000"/>
              </a:lnSpc>
              <a:spcBef>
                <a:spcPts val="0"/>
              </a:spcBef>
              <a:spcAft>
                <a:spcPts val="0"/>
              </a:spcAft>
              <a:buSzPts val="1400"/>
              <a:buNone/>
              <a:defRPr sz="1800" b="0" i="0" u="none" strike="noStrike" cap="none">
                <a:solidFill>
                  <a:srgbClr val="000000"/>
                </a:solidFill>
                <a:latin typeface="Trebuchet MS"/>
                <a:ea typeface="Trebuchet MS"/>
                <a:cs typeface="Trebuchet MS"/>
                <a:sym typeface="Trebuchet MS"/>
              </a:defRPr>
            </a:lvl4pPr>
            <a:lvl5pPr marR="0" lvl="4" algn="l" rtl="0">
              <a:lnSpc>
                <a:spcPct val="100000"/>
              </a:lnSpc>
              <a:spcBef>
                <a:spcPts val="0"/>
              </a:spcBef>
              <a:spcAft>
                <a:spcPts val="0"/>
              </a:spcAft>
              <a:buSzPts val="1400"/>
              <a:buNone/>
              <a:defRPr sz="1800" b="0" i="0" u="none" strike="noStrike" cap="none">
                <a:solidFill>
                  <a:srgbClr val="000000"/>
                </a:solidFill>
                <a:latin typeface="Trebuchet MS"/>
                <a:ea typeface="Trebuchet MS"/>
                <a:cs typeface="Trebuchet MS"/>
                <a:sym typeface="Trebuchet MS"/>
              </a:defRPr>
            </a:lvl5pPr>
            <a:lvl6pPr marR="0" lvl="5" algn="l" rtl="0">
              <a:lnSpc>
                <a:spcPct val="100000"/>
              </a:lnSpc>
              <a:spcBef>
                <a:spcPts val="0"/>
              </a:spcBef>
              <a:spcAft>
                <a:spcPts val="0"/>
              </a:spcAft>
              <a:buSzPts val="1400"/>
              <a:buNone/>
              <a:defRPr sz="1800" b="0" i="0" u="none" strike="noStrike" cap="none">
                <a:solidFill>
                  <a:srgbClr val="000000"/>
                </a:solidFill>
                <a:latin typeface="Trebuchet MS"/>
                <a:ea typeface="Trebuchet MS"/>
                <a:cs typeface="Trebuchet MS"/>
                <a:sym typeface="Trebuchet MS"/>
              </a:defRPr>
            </a:lvl6pPr>
            <a:lvl7pPr marR="0" lvl="6" algn="l" rtl="0">
              <a:lnSpc>
                <a:spcPct val="100000"/>
              </a:lnSpc>
              <a:spcBef>
                <a:spcPts val="0"/>
              </a:spcBef>
              <a:spcAft>
                <a:spcPts val="0"/>
              </a:spcAft>
              <a:buSzPts val="1400"/>
              <a:buNone/>
              <a:defRPr sz="1800" b="0" i="0" u="none" strike="noStrike" cap="none">
                <a:solidFill>
                  <a:srgbClr val="000000"/>
                </a:solidFill>
                <a:latin typeface="Trebuchet MS"/>
                <a:ea typeface="Trebuchet MS"/>
                <a:cs typeface="Trebuchet MS"/>
                <a:sym typeface="Trebuchet MS"/>
              </a:defRPr>
            </a:lvl7pPr>
            <a:lvl8pPr marR="0" lvl="7" algn="l" rtl="0">
              <a:lnSpc>
                <a:spcPct val="100000"/>
              </a:lnSpc>
              <a:spcBef>
                <a:spcPts val="0"/>
              </a:spcBef>
              <a:spcAft>
                <a:spcPts val="0"/>
              </a:spcAft>
              <a:buSzPts val="1400"/>
              <a:buNone/>
              <a:defRPr sz="1800" b="0" i="0" u="none" strike="noStrike" cap="none">
                <a:solidFill>
                  <a:srgbClr val="000000"/>
                </a:solidFill>
                <a:latin typeface="Trebuchet MS"/>
                <a:ea typeface="Trebuchet MS"/>
                <a:cs typeface="Trebuchet MS"/>
                <a:sym typeface="Trebuchet MS"/>
              </a:defRPr>
            </a:lvl8pPr>
            <a:lvl9pPr marR="0" lvl="8" algn="l" rtl="0">
              <a:lnSpc>
                <a:spcPct val="100000"/>
              </a:lnSpc>
              <a:spcBef>
                <a:spcPts val="0"/>
              </a:spcBef>
              <a:spcAft>
                <a:spcPts val="0"/>
              </a:spcAft>
              <a:buSzPts val="1400"/>
              <a:buNone/>
              <a:defRPr sz="1800" b="0" i="0" u="none" strike="noStrike" cap="none">
                <a:solidFill>
                  <a:srgbClr val="000000"/>
                </a:solidFill>
                <a:latin typeface="Trebuchet MS"/>
                <a:ea typeface="Trebuchet MS"/>
                <a:cs typeface="Trebuchet MS"/>
                <a:sym typeface="Trebuchet MS"/>
              </a:defRPr>
            </a:lvl9pPr>
          </a:lstStyle>
          <a:p>
            <a:endParaRPr/>
          </a:p>
        </p:txBody>
      </p:sp>
      <p:sp>
        <p:nvSpPr>
          <p:cNvPr id="6" name="Google Shape;6;n"/>
          <p:cNvSpPr txBox="1">
            <a:spLocks noGrp="1"/>
          </p:cNvSpPr>
          <p:nvPr>
            <p:ph type="dt" idx="10"/>
          </p:nvPr>
        </p:nvSpPr>
        <p:spPr>
          <a:xfrm>
            <a:off x="4278312" y="0"/>
            <a:ext cx="3279775" cy="533400"/>
          </a:xfrm>
          <a:prstGeom prst="rect">
            <a:avLst/>
          </a:prstGeom>
          <a:noFill/>
          <a:ln>
            <a:noFill/>
          </a:ln>
        </p:spPr>
        <p:txBody>
          <a:bodyPr spcFirstLastPara="1" wrap="square" lIns="0" tIns="0" rIns="0" bIns="0" anchor="t" anchorCtr="0">
            <a:noAutofit/>
          </a:bodyPr>
          <a:lstStyle>
            <a:lvl1pPr marR="0" lvl="0" algn="l" rtl="0">
              <a:lnSpc>
                <a:spcPct val="100000"/>
              </a:lnSpc>
              <a:spcBef>
                <a:spcPts val="0"/>
              </a:spcBef>
              <a:spcAft>
                <a:spcPts val="0"/>
              </a:spcAft>
              <a:buSzPts val="1400"/>
              <a:buNone/>
              <a:defRPr sz="1800" b="0" i="0" u="none" strike="noStrike" cap="none">
                <a:solidFill>
                  <a:srgbClr val="000000"/>
                </a:solidFill>
                <a:latin typeface="Trebuchet MS"/>
                <a:ea typeface="Trebuchet MS"/>
                <a:cs typeface="Trebuchet MS"/>
                <a:sym typeface="Trebuchet MS"/>
              </a:defRPr>
            </a:lvl1pPr>
            <a:lvl2pPr marR="0" lvl="1" algn="l" rtl="0">
              <a:lnSpc>
                <a:spcPct val="100000"/>
              </a:lnSpc>
              <a:spcBef>
                <a:spcPts val="0"/>
              </a:spcBef>
              <a:spcAft>
                <a:spcPts val="0"/>
              </a:spcAft>
              <a:buSzPts val="1400"/>
              <a:buNone/>
              <a:defRPr sz="1800" b="0" i="0" u="none" strike="noStrike" cap="none">
                <a:solidFill>
                  <a:srgbClr val="000000"/>
                </a:solidFill>
                <a:latin typeface="Trebuchet MS"/>
                <a:ea typeface="Trebuchet MS"/>
                <a:cs typeface="Trebuchet MS"/>
                <a:sym typeface="Trebuchet MS"/>
              </a:defRPr>
            </a:lvl2pPr>
            <a:lvl3pPr marR="0" lvl="2" algn="l" rtl="0">
              <a:lnSpc>
                <a:spcPct val="100000"/>
              </a:lnSpc>
              <a:spcBef>
                <a:spcPts val="0"/>
              </a:spcBef>
              <a:spcAft>
                <a:spcPts val="0"/>
              </a:spcAft>
              <a:buSzPts val="1400"/>
              <a:buNone/>
              <a:defRPr sz="1800" b="0" i="0" u="none" strike="noStrike" cap="none">
                <a:solidFill>
                  <a:srgbClr val="000000"/>
                </a:solidFill>
                <a:latin typeface="Trebuchet MS"/>
                <a:ea typeface="Trebuchet MS"/>
                <a:cs typeface="Trebuchet MS"/>
                <a:sym typeface="Trebuchet MS"/>
              </a:defRPr>
            </a:lvl3pPr>
            <a:lvl4pPr marR="0" lvl="3" algn="l" rtl="0">
              <a:lnSpc>
                <a:spcPct val="100000"/>
              </a:lnSpc>
              <a:spcBef>
                <a:spcPts val="0"/>
              </a:spcBef>
              <a:spcAft>
                <a:spcPts val="0"/>
              </a:spcAft>
              <a:buSzPts val="1400"/>
              <a:buNone/>
              <a:defRPr sz="1800" b="0" i="0" u="none" strike="noStrike" cap="none">
                <a:solidFill>
                  <a:srgbClr val="000000"/>
                </a:solidFill>
                <a:latin typeface="Trebuchet MS"/>
                <a:ea typeface="Trebuchet MS"/>
                <a:cs typeface="Trebuchet MS"/>
                <a:sym typeface="Trebuchet MS"/>
              </a:defRPr>
            </a:lvl4pPr>
            <a:lvl5pPr marR="0" lvl="4" algn="l" rtl="0">
              <a:lnSpc>
                <a:spcPct val="100000"/>
              </a:lnSpc>
              <a:spcBef>
                <a:spcPts val="0"/>
              </a:spcBef>
              <a:spcAft>
                <a:spcPts val="0"/>
              </a:spcAft>
              <a:buSzPts val="1400"/>
              <a:buNone/>
              <a:defRPr sz="1800" b="0" i="0" u="none" strike="noStrike" cap="none">
                <a:solidFill>
                  <a:srgbClr val="000000"/>
                </a:solidFill>
                <a:latin typeface="Trebuchet MS"/>
                <a:ea typeface="Trebuchet MS"/>
                <a:cs typeface="Trebuchet MS"/>
                <a:sym typeface="Trebuchet MS"/>
              </a:defRPr>
            </a:lvl5pPr>
            <a:lvl6pPr marR="0" lvl="5" algn="l" rtl="0">
              <a:lnSpc>
                <a:spcPct val="100000"/>
              </a:lnSpc>
              <a:spcBef>
                <a:spcPts val="0"/>
              </a:spcBef>
              <a:spcAft>
                <a:spcPts val="0"/>
              </a:spcAft>
              <a:buSzPts val="1400"/>
              <a:buNone/>
              <a:defRPr sz="1800" b="0" i="0" u="none" strike="noStrike" cap="none">
                <a:solidFill>
                  <a:srgbClr val="000000"/>
                </a:solidFill>
                <a:latin typeface="Trebuchet MS"/>
                <a:ea typeface="Trebuchet MS"/>
                <a:cs typeface="Trebuchet MS"/>
                <a:sym typeface="Trebuchet MS"/>
              </a:defRPr>
            </a:lvl6pPr>
            <a:lvl7pPr marR="0" lvl="6" algn="l" rtl="0">
              <a:lnSpc>
                <a:spcPct val="100000"/>
              </a:lnSpc>
              <a:spcBef>
                <a:spcPts val="0"/>
              </a:spcBef>
              <a:spcAft>
                <a:spcPts val="0"/>
              </a:spcAft>
              <a:buSzPts val="1400"/>
              <a:buNone/>
              <a:defRPr sz="1800" b="0" i="0" u="none" strike="noStrike" cap="none">
                <a:solidFill>
                  <a:srgbClr val="000000"/>
                </a:solidFill>
                <a:latin typeface="Trebuchet MS"/>
                <a:ea typeface="Trebuchet MS"/>
                <a:cs typeface="Trebuchet MS"/>
                <a:sym typeface="Trebuchet MS"/>
              </a:defRPr>
            </a:lvl7pPr>
            <a:lvl8pPr marR="0" lvl="7" algn="l" rtl="0">
              <a:lnSpc>
                <a:spcPct val="100000"/>
              </a:lnSpc>
              <a:spcBef>
                <a:spcPts val="0"/>
              </a:spcBef>
              <a:spcAft>
                <a:spcPts val="0"/>
              </a:spcAft>
              <a:buSzPts val="1400"/>
              <a:buNone/>
              <a:defRPr sz="1800" b="0" i="0" u="none" strike="noStrike" cap="none">
                <a:solidFill>
                  <a:srgbClr val="000000"/>
                </a:solidFill>
                <a:latin typeface="Trebuchet MS"/>
                <a:ea typeface="Trebuchet MS"/>
                <a:cs typeface="Trebuchet MS"/>
                <a:sym typeface="Trebuchet MS"/>
              </a:defRPr>
            </a:lvl8pPr>
            <a:lvl9pPr marR="0" lvl="8" algn="l" rtl="0">
              <a:lnSpc>
                <a:spcPct val="100000"/>
              </a:lnSpc>
              <a:spcBef>
                <a:spcPts val="0"/>
              </a:spcBef>
              <a:spcAft>
                <a:spcPts val="0"/>
              </a:spcAft>
              <a:buSzPts val="1400"/>
              <a:buNone/>
              <a:defRPr sz="1800" b="0" i="0" u="none" strike="noStrike" cap="none">
                <a:solidFill>
                  <a:srgbClr val="000000"/>
                </a:solidFill>
                <a:latin typeface="Trebuchet MS"/>
                <a:ea typeface="Trebuchet MS"/>
                <a:cs typeface="Trebuchet MS"/>
                <a:sym typeface="Trebuchet MS"/>
              </a:defRPr>
            </a:lvl9pPr>
          </a:lstStyle>
          <a:p>
            <a:endParaRPr/>
          </a:p>
        </p:txBody>
      </p:sp>
      <p:sp>
        <p:nvSpPr>
          <p:cNvPr id="7" name="Google Shape;7;n"/>
          <p:cNvSpPr txBox="1">
            <a:spLocks noGrp="1"/>
          </p:cNvSpPr>
          <p:nvPr>
            <p:ph type="ftr" idx="11"/>
          </p:nvPr>
        </p:nvSpPr>
        <p:spPr>
          <a:xfrm>
            <a:off x="0" y="10156825"/>
            <a:ext cx="3279775" cy="533400"/>
          </a:xfrm>
          <a:prstGeom prst="rect">
            <a:avLst/>
          </a:prstGeom>
          <a:noFill/>
          <a:ln>
            <a:noFill/>
          </a:ln>
        </p:spPr>
        <p:txBody>
          <a:bodyPr spcFirstLastPara="1" wrap="square" lIns="0" tIns="0" rIns="0" bIns="0" anchor="b" anchorCtr="0">
            <a:noAutofit/>
          </a:bodyPr>
          <a:lstStyle>
            <a:lvl1pPr marR="0" lvl="0" algn="l" rtl="0">
              <a:lnSpc>
                <a:spcPct val="100000"/>
              </a:lnSpc>
              <a:spcBef>
                <a:spcPts val="0"/>
              </a:spcBef>
              <a:spcAft>
                <a:spcPts val="0"/>
              </a:spcAft>
              <a:buSzPts val="1400"/>
              <a:buNone/>
              <a:defRPr sz="1800" b="0" i="0" u="none" strike="noStrike" cap="none">
                <a:solidFill>
                  <a:srgbClr val="000000"/>
                </a:solidFill>
                <a:latin typeface="Trebuchet MS"/>
                <a:ea typeface="Trebuchet MS"/>
                <a:cs typeface="Trebuchet MS"/>
                <a:sym typeface="Trebuchet MS"/>
              </a:defRPr>
            </a:lvl1pPr>
            <a:lvl2pPr marR="0" lvl="1" algn="l" rtl="0">
              <a:lnSpc>
                <a:spcPct val="100000"/>
              </a:lnSpc>
              <a:spcBef>
                <a:spcPts val="0"/>
              </a:spcBef>
              <a:spcAft>
                <a:spcPts val="0"/>
              </a:spcAft>
              <a:buSzPts val="1400"/>
              <a:buNone/>
              <a:defRPr sz="1800" b="0" i="0" u="none" strike="noStrike" cap="none">
                <a:solidFill>
                  <a:srgbClr val="000000"/>
                </a:solidFill>
                <a:latin typeface="Trebuchet MS"/>
                <a:ea typeface="Trebuchet MS"/>
                <a:cs typeface="Trebuchet MS"/>
                <a:sym typeface="Trebuchet MS"/>
              </a:defRPr>
            </a:lvl2pPr>
            <a:lvl3pPr marR="0" lvl="2" algn="l" rtl="0">
              <a:lnSpc>
                <a:spcPct val="100000"/>
              </a:lnSpc>
              <a:spcBef>
                <a:spcPts val="0"/>
              </a:spcBef>
              <a:spcAft>
                <a:spcPts val="0"/>
              </a:spcAft>
              <a:buSzPts val="1400"/>
              <a:buNone/>
              <a:defRPr sz="1800" b="0" i="0" u="none" strike="noStrike" cap="none">
                <a:solidFill>
                  <a:srgbClr val="000000"/>
                </a:solidFill>
                <a:latin typeface="Trebuchet MS"/>
                <a:ea typeface="Trebuchet MS"/>
                <a:cs typeface="Trebuchet MS"/>
                <a:sym typeface="Trebuchet MS"/>
              </a:defRPr>
            </a:lvl3pPr>
            <a:lvl4pPr marR="0" lvl="3" algn="l" rtl="0">
              <a:lnSpc>
                <a:spcPct val="100000"/>
              </a:lnSpc>
              <a:spcBef>
                <a:spcPts val="0"/>
              </a:spcBef>
              <a:spcAft>
                <a:spcPts val="0"/>
              </a:spcAft>
              <a:buSzPts val="1400"/>
              <a:buNone/>
              <a:defRPr sz="1800" b="0" i="0" u="none" strike="noStrike" cap="none">
                <a:solidFill>
                  <a:srgbClr val="000000"/>
                </a:solidFill>
                <a:latin typeface="Trebuchet MS"/>
                <a:ea typeface="Trebuchet MS"/>
                <a:cs typeface="Trebuchet MS"/>
                <a:sym typeface="Trebuchet MS"/>
              </a:defRPr>
            </a:lvl4pPr>
            <a:lvl5pPr marR="0" lvl="4" algn="l" rtl="0">
              <a:lnSpc>
                <a:spcPct val="100000"/>
              </a:lnSpc>
              <a:spcBef>
                <a:spcPts val="0"/>
              </a:spcBef>
              <a:spcAft>
                <a:spcPts val="0"/>
              </a:spcAft>
              <a:buSzPts val="1400"/>
              <a:buNone/>
              <a:defRPr sz="1800" b="0" i="0" u="none" strike="noStrike" cap="none">
                <a:solidFill>
                  <a:srgbClr val="000000"/>
                </a:solidFill>
                <a:latin typeface="Trebuchet MS"/>
                <a:ea typeface="Trebuchet MS"/>
                <a:cs typeface="Trebuchet MS"/>
                <a:sym typeface="Trebuchet MS"/>
              </a:defRPr>
            </a:lvl5pPr>
            <a:lvl6pPr marR="0" lvl="5" algn="l" rtl="0">
              <a:lnSpc>
                <a:spcPct val="100000"/>
              </a:lnSpc>
              <a:spcBef>
                <a:spcPts val="0"/>
              </a:spcBef>
              <a:spcAft>
                <a:spcPts val="0"/>
              </a:spcAft>
              <a:buSzPts val="1400"/>
              <a:buNone/>
              <a:defRPr sz="1800" b="0" i="0" u="none" strike="noStrike" cap="none">
                <a:solidFill>
                  <a:srgbClr val="000000"/>
                </a:solidFill>
                <a:latin typeface="Trebuchet MS"/>
                <a:ea typeface="Trebuchet MS"/>
                <a:cs typeface="Trebuchet MS"/>
                <a:sym typeface="Trebuchet MS"/>
              </a:defRPr>
            </a:lvl6pPr>
            <a:lvl7pPr marR="0" lvl="6" algn="l" rtl="0">
              <a:lnSpc>
                <a:spcPct val="100000"/>
              </a:lnSpc>
              <a:spcBef>
                <a:spcPts val="0"/>
              </a:spcBef>
              <a:spcAft>
                <a:spcPts val="0"/>
              </a:spcAft>
              <a:buSzPts val="1400"/>
              <a:buNone/>
              <a:defRPr sz="1800" b="0" i="0" u="none" strike="noStrike" cap="none">
                <a:solidFill>
                  <a:srgbClr val="000000"/>
                </a:solidFill>
                <a:latin typeface="Trebuchet MS"/>
                <a:ea typeface="Trebuchet MS"/>
                <a:cs typeface="Trebuchet MS"/>
                <a:sym typeface="Trebuchet MS"/>
              </a:defRPr>
            </a:lvl7pPr>
            <a:lvl8pPr marR="0" lvl="7" algn="l" rtl="0">
              <a:lnSpc>
                <a:spcPct val="100000"/>
              </a:lnSpc>
              <a:spcBef>
                <a:spcPts val="0"/>
              </a:spcBef>
              <a:spcAft>
                <a:spcPts val="0"/>
              </a:spcAft>
              <a:buSzPts val="1400"/>
              <a:buNone/>
              <a:defRPr sz="1800" b="0" i="0" u="none" strike="noStrike" cap="none">
                <a:solidFill>
                  <a:srgbClr val="000000"/>
                </a:solidFill>
                <a:latin typeface="Trebuchet MS"/>
                <a:ea typeface="Trebuchet MS"/>
                <a:cs typeface="Trebuchet MS"/>
                <a:sym typeface="Trebuchet MS"/>
              </a:defRPr>
            </a:lvl8pPr>
            <a:lvl9pPr marR="0" lvl="8" algn="l" rtl="0">
              <a:lnSpc>
                <a:spcPct val="100000"/>
              </a:lnSpc>
              <a:spcBef>
                <a:spcPts val="0"/>
              </a:spcBef>
              <a:spcAft>
                <a:spcPts val="0"/>
              </a:spcAft>
              <a:buSzPts val="1400"/>
              <a:buNone/>
              <a:defRPr sz="1800" b="0" i="0" u="none" strike="noStrike" cap="none">
                <a:solidFill>
                  <a:srgbClr val="000000"/>
                </a:solidFill>
                <a:latin typeface="Trebuchet MS"/>
                <a:ea typeface="Trebuchet MS"/>
                <a:cs typeface="Trebuchet MS"/>
                <a:sym typeface="Trebuchet MS"/>
              </a:defRPr>
            </a:lvl9pPr>
          </a:lstStyle>
          <a:p>
            <a:endParaRPr/>
          </a:p>
        </p:txBody>
      </p:sp>
      <p:sp>
        <p:nvSpPr>
          <p:cNvPr id="8" name="Google Shape;8;n"/>
          <p:cNvSpPr txBox="1">
            <a:spLocks noGrp="1"/>
          </p:cNvSpPr>
          <p:nvPr>
            <p:ph type="sldNum" idx="12"/>
          </p:nvPr>
        </p:nvSpPr>
        <p:spPr>
          <a:xfrm>
            <a:off x="4278312" y="10156825"/>
            <a:ext cx="3279775" cy="533400"/>
          </a:xfrm>
          <a:prstGeom prst="rect">
            <a:avLst/>
          </a:prstGeom>
          <a:noFill/>
          <a:ln>
            <a:noFill/>
          </a:ln>
        </p:spPr>
        <p:txBody>
          <a:bodyPr spcFirstLastPara="1" wrap="square" lIns="0" tIns="0" rIns="0" bIns="0" anchor="b" anchorCtr="0">
            <a:noAutofit/>
          </a:bodyPr>
          <a:lstStyle/>
          <a:p>
            <a:pPr marL="0" marR="0" lvl="0" indent="0" algn="r" rtl="0">
              <a:lnSpc>
                <a:spcPct val="93000"/>
              </a:lnSpc>
              <a:spcBef>
                <a:spcPts val="0"/>
              </a:spcBef>
              <a:spcAft>
                <a:spcPts val="0"/>
              </a:spcAft>
              <a:buClr>
                <a:srgbClr val="000000"/>
              </a:buClr>
              <a:buSzPts val="1400"/>
              <a:buFont typeface="Times New Roman"/>
              <a:buNone/>
            </a:pPr>
            <a:fld id="{00000000-1234-1234-1234-123412341234}" type="slidenum">
              <a:rPr lang="en-US" sz="1400" b="0" i="0" u="none" strike="noStrike" cap="none">
                <a:solidFill>
                  <a:srgbClr val="000000"/>
                </a:solidFill>
                <a:latin typeface="Times New Roman"/>
                <a:ea typeface="Times New Roman"/>
                <a:cs typeface="Times New Roman"/>
                <a:sym typeface="Times New Roman"/>
              </a:rPr>
              <a:t>‹#›</a:t>
            </a:fld>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p1:notes"/>
          <p:cNvSpPr txBox="1"/>
          <p:nvPr/>
        </p:nvSpPr>
        <p:spPr>
          <a:xfrm>
            <a:off x="4278312" y="10156825"/>
            <a:ext cx="3279775" cy="533400"/>
          </a:xfrm>
          <a:prstGeom prst="rect">
            <a:avLst/>
          </a:prstGeom>
          <a:noFill/>
          <a:ln>
            <a:noFill/>
          </a:ln>
        </p:spPr>
        <p:txBody>
          <a:bodyPr spcFirstLastPara="1" wrap="square" lIns="0" tIns="0" rIns="0" bIns="0" anchor="b" anchorCtr="0">
            <a:noAutofit/>
          </a:bodyPr>
          <a:lstStyle/>
          <a:p>
            <a:pPr marL="0" marR="0" lvl="0" indent="0" algn="r" rtl="0">
              <a:lnSpc>
                <a:spcPct val="93000"/>
              </a:lnSpc>
              <a:spcBef>
                <a:spcPts val="0"/>
              </a:spcBef>
              <a:spcAft>
                <a:spcPts val="0"/>
              </a:spcAft>
              <a:buClr>
                <a:schemeClr val="dk1"/>
              </a:buClr>
              <a:buSzPts val="1400"/>
              <a:buFont typeface="Trebuchet MS"/>
              <a:buNone/>
            </a:pPr>
            <a:fld id="{00000000-1234-1234-1234-123412341234}" type="slidenum">
              <a:rPr lang="en-US" sz="1400" b="0" i="0" u="none">
                <a:solidFill>
                  <a:schemeClr val="dk1"/>
                </a:solidFill>
                <a:latin typeface="Trebuchet MS"/>
                <a:ea typeface="Trebuchet MS"/>
                <a:cs typeface="Trebuchet MS"/>
                <a:sym typeface="Trebuchet MS"/>
              </a:rPr>
              <a:t>1</a:t>
            </a:fld>
            <a:endParaRPr/>
          </a:p>
        </p:txBody>
      </p:sp>
      <p:sp>
        <p:nvSpPr>
          <p:cNvPr id="133" name="Google Shape;133;p1:notes"/>
          <p:cNvSpPr>
            <a:spLocks noGrp="1" noRot="1" noChangeAspect="1"/>
          </p:cNvSpPr>
          <p:nvPr>
            <p:ph type="sldImg" idx="2"/>
          </p:nvPr>
        </p:nvSpPr>
        <p:spPr>
          <a:xfrm>
            <a:off x="1106487" y="812800"/>
            <a:ext cx="5346700" cy="4008437"/>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524288"/>
            <a:headEnd type="none" w="sm" len="sm"/>
            <a:tailEnd type="none" w="sm" len="sm"/>
          </a:ln>
        </p:spPr>
      </p:sp>
      <p:sp>
        <p:nvSpPr>
          <p:cNvPr id="134" name="Google Shape;134;p1:notes"/>
          <p:cNvSpPr txBox="1">
            <a:spLocks noGrp="1"/>
          </p:cNvSpPr>
          <p:nvPr>
            <p:ph type="body" idx="1"/>
          </p:nvPr>
        </p:nvSpPr>
        <p:spPr>
          <a:xfrm>
            <a:off x="755650" y="5078412"/>
            <a:ext cx="6048375" cy="4811712"/>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
        <p:cNvGrpSpPr/>
        <p:nvPr/>
      </p:nvGrpSpPr>
      <p:grpSpPr>
        <a:xfrm>
          <a:off x="0" y="0"/>
          <a:ext cx="0" cy="0"/>
          <a:chOff x="0" y="0"/>
          <a:chExt cx="0" cy="0"/>
        </a:xfrm>
      </p:grpSpPr>
      <p:sp>
        <p:nvSpPr>
          <p:cNvPr id="139" name="Google Shape;139;p2:notes"/>
          <p:cNvSpPr txBox="1"/>
          <p:nvPr/>
        </p:nvSpPr>
        <p:spPr>
          <a:xfrm>
            <a:off x="4278312" y="10156825"/>
            <a:ext cx="3279775" cy="533400"/>
          </a:xfrm>
          <a:prstGeom prst="rect">
            <a:avLst/>
          </a:prstGeom>
          <a:noFill/>
          <a:ln>
            <a:noFill/>
          </a:ln>
        </p:spPr>
        <p:txBody>
          <a:bodyPr spcFirstLastPara="1" wrap="square" lIns="0" tIns="0" rIns="0" bIns="0" anchor="b" anchorCtr="0">
            <a:noAutofit/>
          </a:bodyPr>
          <a:lstStyle/>
          <a:p>
            <a:pPr marL="0" marR="0" lvl="0" indent="0" algn="r" rtl="0">
              <a:lnSpc>
                <a:spcPct val="93000"/>
              </a:lnSpc>
              <a:spcBef>
                <a:spcPts val="0"/>
              </a:spcBef>
              <a:spcAft>
                <a:spcPts val="0"/>
              </a:spcAft>
              <a:buClr>
                <a:srgbClr val="000000"/>
              </a:buClr>
              <a:buSzPts val="1400"/>
              <a:buFont typeface="Trebuchet MS"/>
              <a:buNone/>
            </a:pPr>
            <a:fld id="{00000000-1234-1234-1234-123412341234}" type="slidenum">
              <a:rPr lang="en-US" sz="1400" b="0" i="0" u="none">
                <a:solidFill>
                  <a:srgbClr val="000000"/>
                </a:solidFill>
                <a:latin typeface="Trebuchet MS"/>
                <a:ea typeface="Trebuchet MS"/>
                <a:cs typeface="Trebuchet MS"/>
                <a:sym typeface="Trebuchet MS"/>
              </a:rPr>
              <a:t>2</a:t>
            </a:fld>
            <a:endParaRPr/>
          </a:p>
        </p:txBody>
      </p:sp>
      <p:sp>
        <p:nvSpPr>
          <p:cNvPr id="140" name="Google Shape;140;p2:notes"/>
          <p:cNvSpPr>
            <a:spLocks noGrp="1" noRot="1" noChangeAspect="1"/>
          </p:cNvSpPr>
          <p:nvPr>
            <p:ph type="sldImg" idx="2"/>
          </p:nvPr>
        </p:nvSpPr>
        <p:spPr>
          <a:xfrm>
            <a:off x="1106488" y="812800"/>
            <a:ext cx="5346700" cy="4008438"/>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524288"/>
            <a:headEnd type="none" w="sm" len="sm"/>
            <a:tailEnd type="none" w="sm" len="sm"/>
          </a:ln>
        </p:spPr>
      </p:sp>
      <p:sp>
        <p:nvSpPr>
          <p:cNvPr id="141" name="Google Shape;141;p2:notes"/>
          <p:cNvSpPr txBox="1">
            <a:spLocks noGrp="1"/>
          </p:cNvSpPr>
          <p:nvPr>
            <p:ph type="body" idx="1"/>
          </p:nvPr>
        </p:nvSpPr>
        <p:spPr>
          <a:xfrm>
            <a:off x="755650" y="5078412"/>
            <a:ext cx="6048375" cy="4811712"/>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
        <p:cNvGrpSpPr/>
        <p:nvPr/>
      </p:nvGrpSpPr>
      <p:grpSpPr>
        <a:xfrm>
          <a:off x="0" y="0"/>
          <a:ext cx="0" cy="0"/>
          <a:chOff x="0" y="0"/>
          <a:chExt cx="0" cy="0"/>
        </a:xfrm>
      </p:grpSpPr>
      <p:sp>
        <p:nvSpPr>
          <p:cNvPr id="149" name="Google Shape;149;p3:notes"/>
          <p:cNvSpPr txBox="1"/>
          <p:nvPr/>
        </p:nvSpPr>
        <p:spPr>
          <a:xfrm>
            <a:off x="4278312" y="10156825"/>
            <a:ext cx="3279775" cy="533400"/>
          </a:xfrm>
          <a:prstGeom prst="rect">
            <a:avLst/>
          </a:prstGeom>
          <a:noFill/>
          <a:ln>
            <a:noFill/>
          </a:ln>
        </p:spPr>
        <p:txBody>
          <a:bodyPr spcFirstLastPara="1" wrap="square" lIns="0" tIns="0" rIns="0" bIns="0" anchor="b" anchorCtr="0">
            <a:noAutofit/>
          </a:bodyPr>
          <a:lstStyle/>
          <a:p>
            <a:pPr marL="0" marR="0" lvl="0" indent="0" algn="r" rtl="0">
              <a:lnSpc>
                <a:spcPct val="93000"/>
              </a:lnSpc>
              <a:spcBef>
                <a:spcPts val="0"/>
              </a:spcBef>
              <a:spcAft>
                <a:spcPts val="0"/>
              </a:spcAft>
              <a:buClr>
                <a:schemeClr val="dk1"/>
              </a:buClr>
              <a:buSzPts val="1400"/>
              <a:buFont typeface="Trebuchet MS"/>
              <a:buNone/>
            </a:pPr>
            <a:fld id="{00000000-1234-1234-1234-123412341234}" type="slidenum">
              <a:rPr lang="en-US" sz="1400" b="0" i="0" u="none">
                <a:solidFill>
                  <a:schemeClr val="dk1"/>
                </a:solidFill>
                <a:latin typeface="Trebuchet MS"/>
                <a:ea typeface="Trebuchet MS"/>
                <a:cs typeface="Trebuchet MS"/>
                <a:sym typeface="Trebuchet MS"/>
              </a:rPr>
              <a:t>3</a:t>
            </a:fld>
            <a:endParaRPr/>
          </a:p>
        </p:txBody>
      </p:sp>
      <p:sp>
        <p:nvSpPr>
          <p:cNvPr id="150" name="Google Shape;150;p3:notes"/>
          <p:cNvSpPr>
            <a:spLocks noGrp="1" noRot="1" noChangeAspect="1"/>
          </p:cNvSpPr>
          <p:nvPr>
            <p:ph type="sldImg" idx="2"/>
          </p:nvPr>
        </p:nvSpPr>
        <p:spPr>
          <a:xfrm>
            <a:off x="1106487" y="812800"/>
            <a:ext cx="5346700" cy="4008437"/>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524288"/>
            <a:headEnd type="none" w="sm" len="sm"/>
            <a:tailEnd type="none" w="sm" len="sm"/>
          </a:ln>
        </p:spPr>
      </p:sp>
      <p:sp>
        <p:nvSpPr>
          <p:cNvPr id="151" name="Google Shape;151;p3:notes"/>
          <p:cNvSpPr txBox="1">
            <a:spLocks noGrp="1"/>
          </p:cNvSpPr>
          <p:nvPr>
            <p:ph type="body" idx="1"/>
          </p:nvPr>
        </p:nvSpPr>
        <p:spPr>
          <a:xfrm>
            <a:off x="755650" y="5078412"/>
            <a:ext cx="6048375" cy="4811712"/>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p4:notes"/>
          <p:cNvSpPr txBox="1"/>
          <p:nvPr/>
        </p:nvSpPr>
        <p:spPr>
          <a:xfrm>
            <a:off x="4278312" y="10156825"/>
            <a:ext cx="3279775" cy="533400"/>
          </a:xfrm>
          <a:prstGeom prst="rect">
            <a:avLst/>
          </a:prstGeom>
          <a:noFill/>
          <a:ln>
            <a:noFill/>
          </a:ln>
        </p:spPr>
        <p:txBody>
          <a:bodyPr spcFirstLastPara="1" wrap="square" lIns="0" tIns="0" rIns="0" bIns="0" anchor="b" anchorCtr="0">
            <a:noAutofit/>
          </a:bodyPr>
          <a:lstStyle/>
          <a:p>
            <a:pPr marL="0" marR="0" lvl="0" indent="0" algn="r" rtl="0">
              <a:lnSpc>
                <a:spcPct val="93000"/>
              </a:lnSpc>
              <a:spcBef>
                <a:spcPts val="0"/>
              </a:spcBef>
              <a:spcAft>
                <a:spcPts val="0"/>
              </a:spcAft>
              <a:buClr>
                <a:schemeClr val="dk1"/>
              </a:buClr>
              <a:buSzPts val="1400"/>
              <a:buFont typeface="Trebuchet MS"/>
              <a:buNone/>
            </a:pPr>
            <a:fld id="{00000000-1234-1234-1234-123412341234}" type="slidenum">
              <a:rPr lang="en-US" sz="1400" b="0" i="0" u="none">
                <a:solidFill>
                  <a:schemeClr val="dk1"/>
                </a:solidFill>
                <a:latin typeface="Trebuchet MS"/>
                <a:ea typeface="Trebuchet MS"/>
                <a:cs typeface="Trebuchet MS"/>
                <a:sym typeface="Trebuchet MS"/>
              </a:rPr>
              <a:t>4</a:t>
            </a:fld>
            <a:endParaRPr/>
          </a:p>
        </p:txBody>
      </p:sp>
      <p:sp>
        <p:nvSpPr>
          <p:cNvPr id="157" name="Google Shape;157;p4:notes"/>
          <p:cNvSpPr>
            <a:spLocks noGrp="1" noRot="1" noChangeAspect="1"/>
          </p:cNvSpPr>
          <p:nvPr>
            <p:ph type="sldImg" idx="2"/>
          </p:nvPr>
        </p:nvSpPr>
        <p:spPr>
          <a:xfrm>
            <a:off x="1106488" y="812800"/>
            <a:ext cx="5346700" cy="4008438"/>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524288"/>
            <a:headEnd type="none" w="sm" len="sm"/>
            <a:tailEnd type="none" w="sm" len="sm"/>
          </a:ln>
        </p:spPr>
      </p:sp>
      <p:sp>
        <p:nvSpPr>
          <p:cNvPr id="158" name="Google Shape;158;p4:notes"/>
          <p:cNvSpPr txBox="1">
            <a:spLocks noGrp="1"/>
          </p:cNvSpPr>
          <p:nvPr>
            <p:ph type="body" idx="1"/>
          </p:nvPr>
        </p:nvSpPr>
        <p:spPr>
          <a:xfrm>
            <a:off x="755650" y="5078412"/>
            <a:ext cx="6048375" cy="4811712"/>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
        <p:cNvGrpSpPr/>
        <p:nvPr/>
      </p:nvGrpSpPr>
      <p:grpSpPr>
        <a:xfrm>
          <a:off x="0" y="0"/>
          <a:ext cx="0" cy="0"/>
          <a:chOff x="0" y="0"/>
          <a:chExt cx="0" cy="0"/>
        </a:xfrm>
      </p:grpSpPr>
      <p:sp>
        <p:nvSpPr>
          <p:cNvPr id="177" name="Google Shape;177;p5:notes"/>
          <p:cNvSpPr txBox="1"/>
          <p:nvPr/>
        </p:nvSpPr>
        <p:spPr>
          <a:xfrm>
            <a:off x="4278312" y="10156825"/>
            <a:ext cx="3279775" cy="533400"/>
          </a:xfrm>
          <a:prstGeom prst="rect">
            <a:avLst/>
          </a:prstGeom>
          <a:noFill/>
          <a:ln>
            <a:noFill/>
          </a:ln>
        </p:spPr>
        <p:txBody>
          <a:bodyPr spcFirstLastPara="1" wrap="square" lIns="0" tIns="0" rIns="0" bIns="0" anchor="b" anchorCtr="0">
            <a:noAutofit/>
          </a:bodyPr>
          <a:lstStyle/>
          <a:p>
            <a:pPr marL="0" marR="0" lvl="0" indent="0" algn="r" rtl="0">
              <a:lnSpc>
                <a:spcPct val="93000"/>
              </a:lnSpc>
              <a:spcBef>
                <a:spcPts val="0"/>
              </a:spcBef>
              <a:spcAft>
                <a:spcPts val="0"/>
              </a:spcAft>
              <a:buClr>
                <a:schemeClr val="dk1"/>
              </a:buClr>
              <a:buSzPts val="1400"/>
              <a:buFont typeface="Trebuchet MS"/>
              <a:buNone/>
            </a:pPr>
            <a:fld id="{00000000-1234-1234-1234-123412341234}" type="slidenum">
              <a:rPr lang="en-US" sz="1400" b="0" i="0" u="none">
                <a:solidFill>
                  <a:schemeClr val="dk1"/>
                </a:solidFill>
                <a:latin typeface="Trebuchet MS"/>
                <a:ea typeface="Trebuchet MS"/>
                <a:cs typeface="Trebuchet MS"/>
                <a:sym typeface="Trebuchet MS"/>
              </a:rPr>
              <a:t>5</a:t>
            </a:fld>
            <a:endParaRPr/>
          </a:p>
        </p:txBody>
      </p:sp>
      <p:sp>
        <p:nvSpPr>
          <p:cNvPr id="178" name="Google Shape;178;p5:notes"/>
          <p:cNvSpPr>
            <a:spLocks noGrp="1" noRot="1" noChangeAspect="1"/>
          </p:cNvSpPr>
          <p:nvPr>
            <p:ph type="sldImg" idx="2"/>
          </p:nvPr>
        </p:nvSpPr>
        <p:spPr>
          <a:xfrm>
            <a:off x="1106488" y="812800"/>
            <a:ext cx="5346700" cy="4008438"/>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524288"/>
            <a:headEnd type="none" w="sm" len="sm"/>
            <a:tailEnd type="none" w="sm" len="sm"/>
          </a:ln>
        </p:spPr>
      </p:sp>
      <p:sp>
        <p:nvSpPr>
          <p:cNvPr id="179" name="Google Shape;179;p5:notes"/>
          <p:cNvSpPr txBox="1">
            <a:spLocks noGrp="1"/>
          </p:cNvSpPr>
          <p:nvPr>
            <p:ph type="body" idx="1"/>
          </p:nvPr>
        </p:nvSpPr>
        <p:spPr>
          <a:xfrm>
            <a:off x="755650" y="5078412"/>
            <a:ext cx="6048375" cy="4811712"/>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p6:notes"/>
          <p:cNvSpPr txBox="1"/>
          <p:nvPr/>
        </p:nvSpPr>
        <p:spPr>
          <a:xfrm>
            <a:off x="4278312" y="10156825"/>
            <a:ext cx="3279775" cy="533400"/>
          </a:xfrm>
          <a:prstGeom prst="rect">
            <a:avLst/>
          </a:prstGeom>
          <a:noFill/>
          <a:ln>
            <a:noFill/>
          </a:ln>
        </p:spPr>
        <p:txBody>
          <a:bodyPr spcFirstLastPara="1" wrap="square" lIns="0" tIns="0" rIns="0" bIns="0" anchor="b" anchorCtr="0">
            <a:noAutofit/>
          </a:bodyPr>
          <a:lstStyle/>
          <a:p>
            <a:pPr marL="0" marR="0" lvl="0" indent="0" algn="r" rtl="0">
              <a:lnSpc>
                <a:spcPct val="93000"/>
              </a:lnSpc>
              <a:spcBef>
                <a:spcPts val="0"/>
              </a:spcBef>
              <a:spcAft>
                <a:spcPts val="0"/>
              </a:spcAft>
              <a:buClr>
                <a:schemeClr val="dk1"/>
              </a:buClr>
              <a:buSzPts val="1400"/>
              <a:buFont typeface="Trebuchet MS"/>
              <a:buNone/>
            </a:pPr>
            <a:fld id="{00000000-1234-1234-1234-123412341234}" type="slidenum">
              <a:rPr lang="en-US" sz="1400" b="0" i="0" u="none">
                <a:solidFill>
                  <a:schemeClr val="dk1"/>
                </a:solidFill>
                <a:latin typeface="Trebuchet MS"/>
                <a:ea typeface="Trebuchet MS"/>
                <a:cs typeface="Trebuchet MS"/>
                <a:sym typeface="Trebuchet MS"/>
              </a:rPr>
              <a:t>7</a:t>
            </a:fld>
            <a:endParaRPr/>
          </a:p>
        </p:txBody>
      </p:sp>
      <p:sp>
        <p:nvSpPr>
          <p:cNvPr id="200" name="Google Shape;200;p6:notes"/>
          <p:cNvSpPr>
            <a:spLocks noGrp="1" noRot="1" noChangeAspect="1"/>
          </p:cNvSpPr>
          <p:nvPr>
            <p:ph type="sldImg" idx="2"/>
          </p:nvPr>
        </p:nvSpPr>
        <p:spPr>
          <a:xfrm>
            <a:off x="1106488" y="812800"/>
            <a:ext cx="5346700" cy="4008438"/>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524288"/>
            <a:headEnd type="none" w="sm" len="sm"/>
            <a:tailEnd type="none" w="sm" len="sm"/>
          </a:ln>
        </p:spPr>
      </p:sp>
      <p:sp>
        <p:nvSpPr>
          <p:cNvPr id="201" name="Google Shape;201;p6:notes"/>
          <p:cNvSpPr txBox="1">
            <a:spLocks noGrp="1"/>
          </p:cNvSpPr>
          <p:nvPr>
            <p:ph type="body" idx="1"/>
          </p:nvPr>
        </p:nvSpPr>
        <p:spPr>
          <a:xfrm>
            <a:off x="755650" y="5078412"/>
            <a:ext cx="6048375" cy="4811712"/>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g3d12504c1c6_0_3:notes"/>
          <p:cNvSpPr>
            <a:spLocks noGrp="1" noRot="1" noChangeAspect="1"/>
          </p:cNvSpPr>
          <p:nvPr>
            <p:ph type="sldImg" idx="2"/>
          </p:nvPr>
        </p:nvSpPr>
        <p:spPr>
          <a:xfrm>
            <a:off x="1108075" y="812800"/>
            <a:ext cx="5341938" cy="40068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4" name="Google Shape;164;g3d12504c1c6_0_3:notes"/>
          <p:cNvSpPr txBox="1">
            <a:spLocks noGrp="1"/>
          </p:cNvSpPr>
          <p:nvPr>
            <p:ph type="body" idx="1"/>
          </p:nvPr>
        </p:nvSpPr>
        <p:spPr>
          <a:xfrm>
            <a:off x="755650" y="5078412"/>
            <a:ext cx="6046800" cy="4810200"/>
          </a:xfrm>
          <a:prstGeom prst="rect">
            <a:avLst/>
          </a:prstGeom>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65" name="Google Shape;165;g3d12504c1c6_0_3:notes"/>
          <p:cNvSpPr txBox="1">
            <a:spLocks noGrp="1"/>
          </p:cNvSpPr>
          <p:nvPr>
            <p:ph type="sldNum" idx="12"/>
          </p:nvPr>
        </p:nvSpPr>
        <p:spPr>
          <a:xfrm>
            <a:off x="4278312" y="10156825"/>
            <a:ext cx="3279900" cy="533400"/>
          </a:xfrm>
          <a:prstGeom prst="rect">
            <a:avLst/>
          </a:prstGeom>
        </p:spPr>
        <p:txBody>
          <a:bodyPr spcFirstLastPara="1" wrap="square" lIns="0" tIns="0" rIns="0" bIns="0" anchor="b" anchorCtr="0">
            <a:noAutofit/>
          </a:bodyPr>
          <a:lstStyle/>
          <a:p>
            <a:pPr marL="0" lvl="0" indent="0" algn="r" rtl="0">
              <a:spcBef>
                <a:spcPts val="0"/>
              </a:spcBef>
              <a:spcAft>
                <a:spcPts val="0"/>
              </a:spcAft>
              <a:buClr>
                <a:srgbClr val="000000"/>
              </a:buClr>
              <a:buSzPts val="1400"/>
              <a:buFont typeface="Times New Roman"/>
              <a:buNone/>
            </a:pPr>
            <a:fld id="{00000000-1234-1234-1234-123412341234}" type="slidenum">
              <a:rPr lang="en-US"/>
              <a:t>8</a:t>
            </a:fld>
            <a:endParaRPr>
              <a:latin typeface="Arial"/>
              <a:ea typeface="Arial"/>
              <a:cs typeface="Arial"/>
              <a:sym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
        <p:cNvGrpSpPr/>
        <p:nvPr/>
      </p:nvGrpSpPr>
      <p:grpSpPr>
        <a:xfrm>
          <a:off x="0" y="0"/>
          <a:ext cx="0" cy="0"/>
          <a:chOff x="0" y="0"/>
          <a:chExt cx="0" cy="0"/>
        </a:xfrm>
      </p:grpSpPr>
      <p:sp>
        <p:nvSpPr>
          <p:cNvPr id="207" name="Google Shape;207;p7:notes"/>
          <p:cNvSpPr txBox="1">
            <a:spLocks noGrp="1"/>
          </p:cNvSpPr>
          <p:nvPr>
            <p:ph type="body" idx="1"/>
          </p:nvPr>
        </p:nvSpPr>
        <p:spPr>
          <a:xfrm>
            <a:off x="755650" y="5078412"/>
            <a:ext cx="6046787" cy="4810125"/>
          </a:xfrm>
          <a:prstGeom prst="rect">
            <a:avLst/>
          </a:prstGeom>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208" name="Google Shape;208;p7:notes"/>
          <p:cNvSpPr>
            <a:spLocks noGrp="1" noRot="1" noChangeAspect="1"/>
          </p:cNvSpPr>
          <p:nvPr>
            <p:ph type="sldImg" idx="2"/>
          </p:nvPr>
        </p:nvSpPr>
        <p:spPr>
          <a:xfrm>
            <a:off x="1108075" y="812800"/>
            <a:ext cx="5341938" cy="40068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p:cNvGrpSpPr/>
        <p:nvPr/>
      </p:nvGrpSpPr>
      <p:grpSpPr>
        <a:xfrm>
          <a:off x="0" y="0"/>
          <a:ext cx="0" cy="0"/>
          <a:chOff x="0" y="0"/>
          <a:chExt cx="0" cy="0"/>
        </a:xfrm>
      </p:grpSpPr>
      <p:sp>
        <p:nvSpPr>
          <p:cNvPr id="170" name="Google Shape;170;g3d12504c1c6_0_31:notes"/>
          <p:cNvSpPr>
            <a:spLocks noGrp="1" noRot="1" noChangeAspect="1"/>
          </p:cNvSpPr>
          <p:nvPr>
            <p:ph type="sldImg" idx="2"/>
          </p:nvPr>
        </p:nvSpPr>
        <p:spPr>
          <a:xfrm>
            <a:off x="1108075" y="812800"/>
            <a:ext cx="5341938" cy="40068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1" name="Google Shape;171;g3d12504c1c6_0_31:notes"/>
          <p:cNvSpPr txBox="1">
            <a:spLocks noGrp="1"/>
          </p:cNvSpPr>
          <p:nvPr>
            <p:ph type="body" idx="1"/>
          </p:nvPr>
        </p:nvSpPr>
        <p:spPr>
          <a:xfrm>
            <a:off x="755650" y="5078412"/>
            <a:ext cx="6046800" cy="4810200"/>
          </a:xfrm>
          <a:prstGeom prst="rect">
            <a:avLst/>
          </a:prstGeom>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72" name="Google Shape;172;g3d12504c1c6_0_31:notes"/>
          <p:cNvSpPr txBox="1">
            <a:spLocks noGrp="1"/>
          </p:cNvSpPr>
          <p:nvPr>
            <p:ph type="sldNum" idx="12"/>
          </p:nvPr>
        </p:nvSpPr>
        <p:spPr>
          <a:xfrm>
            <a:off x="4278312" y="10156825"/>
            <a:ext cx="3279900" cy="533400"/>
          </a:xfrm>
          <a:prstGeom prst="rect">
            <a:avLst/>
          </a:prstGeom>
        </p:spPr>
        <p:txBody>
          <a:bodyPr spcFirstLastPara="1" wrap="square" lIns="0" tIns="0" rIns="0" bIns="0" anchor="b" anchorCtr="0">
            <a:noAutofit/>
          </a:bodyPr>
          <a:lstStyle/>
          <a:p>
            <a:pPr marL="0" lvl="0" indent="0" algn="r" rtl="0">
              <a:spcBef>
                <a:spcPts val="0"/>
              </a:spcBef>
              <a:spcAft>
                <a:spcPts val="0"/>
              </a:spcAft>
              <a:buClr>
                <a:srgbClr val="000000"/>
              </a:buClr>
              <a:buSzPts val="1400"/>
              <a:buFont typeface="Times New Roman"/>
              <a:buNone/>
            </a:pPr>
            <a:fld id="{00000000-1234-1234-1234-123412341234}" type="slidenum">
              <a:rPr lang="en-US"/>
              <a:t>10</a:t>
            </a:fld>
            <a:endParaRPr>
              <a:latin typeface="Arial"/>
              <a:ea typeface="Arial"/>
              <a:cs typeface="Arial"/>
              <a:sym typeface="Aria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p8:notes"/>
          <p:cNvSpPr txBox="1"/>
          <p:nvPr/>
        </p:nvSpPr>
        <p:spPr>
          <a:xfrm>
            <a:off x="4278312" y="10156825"/>
            <a:ext cx="3279775" cy="533400"/>
          </a:xfrm>
          <a:prstGeom prst="rect">
            <a:avLst/>
          </a:prstGeom>
          <a:noFill/>
          <a:ln>
            <a:noFill/>
          </a:ln>
        </p:spPr>
        <p:txBody>
          <a:bodyPr spcFirstLastPara="1" wrap="square" lIns="0" tIns="0" rIns="0" bIns="0" anchor="b" anchorCtr="0">
            <a:noAutofit/>
          </a:bodyPr>
          <a:lstStyle/>
          <a:p>
            <a:pPr marL="0" marR="0" lvl="0" indent="0" algn="r" rtl="0">
              <a:lnSpc>
                <a:spcPct val="93000"/>
              </a:lnSpc>
              <a:spcBef>
                <a:spcPts val="0"/>
              </a:spcBef>
              <a:spcAft>
                <a:spcPts val="0"/>
              </a:spcAft>
              <a:buClr>
                <a:schemeClr val="dk1"/>
              </a:buClr>
              <a:buSzPts val="1400"/>
              <a:buFont typeface="Trebuchet MS"/>
              <a:buNone/>
            </a:pPr>
            <a:fld id="{00000000-1234-1234-1234-123412341234}" type="slidenum">
              <a:rPr lang="en-US" sz="1400" b="0" i="0" u="none">
                <a:solidFill>
                  <a:schemeClr val="dk1"/>
                </a:solidFill>
                <a:latin typeface="Trebuchet MS"/>
                <a:ea typeface="Trebuchet MS"/>
                <a:cs typeface="Trebuchet MS"/>
                <a:sym typeface="Trebuchet MS"/>
              </a:rPr>
              <a:t>11</a:t>
            </a:fld>
            <a:endParaRPr/>
          </a:p>
        </p:txBody>
      </p:sp>
      <p:sp>
        <p:nvSpPr>
          <p:cNvPr id="214" name="Google Shape;214;p8:notes"/>
          <p:cNvSpPr>
            <a:spLocks noGrp="1" noRot="1" noChangeAspect="1"/>
          </p:cNvSpPr>
          <p:nvPr>
            <p:ph type="sldImg" idx="2"/>
          </p:nvPr>
        </p:nvSpPr>
        <p:spPr>
          <a:xfrm>
            <a:off x="1106488" y="812800"/>
            <a:ext cx="5346700" cy="4008438"/>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524288"/>
            <a:headEnd type="none" w="sm" len="sm"/>
            <a:tailEnd type="none" w="sm" len="sm"/>
          </a:ln>
        </p:spPr>
      </p:sp>
      <p:sp>
        <p:nvSpPr>
          <p:cNvPr id="215" name="Google Shape;215;p8:notes"/>
          <p:cNvSpPr txBox="1">
            <a:spLocks noGrp="1"/>
          </p:cNvSpPr>
          <p:nvPr>
            <p:ph type="body" idx="1"/>
          </p:nvPr>
        </p:nvSpPr>
        <p:spPr>
          <a:xfrm>
            <a:off x="755650" y="5078412"/>
            <a:ext cx="6048375" cy="4811712"/>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
        <p:cNvGrpSpPr/>
        <p:nvPr/>
      </p:nvGrpSpPr>
      <p:grpSpPr>
        <a:xfrm>
          <a:off x="0" y="0"/>
          <a:ext cx="0" cy="0"/>
          <a:chOff x="0" y="0"/>
          <a:chExt cx="0" cy="0"/>
        </a:xfrm>
      </p:grpSpPr>
      <p:sp>
        <p:nvSpPr>
          <p:cNvPr id="184" name="Google Shape;184;g3d12504c1c6_0_43:notes"/>
          <p:cNvSpPr>
            <a:spLocks noGrp="1" noRot="1" noChangeAspect="1"/>
          </p:cNvSpPr>
          <p:nvPr>
            <p:ph type="sldImg" idx="2"/>
          </p:nvPr>
        </p:nvSpPr>
        <p:spPr>
          <a:xfrm>
            <a:off x="1108075" y="812800"/>
            <a:ext cx="5341938" cy="40068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5" name="Google Shape;185;g3d12504c1c6_0_43:notes"/>
          <p:cNvSpPr txBox="1">
            <a:spLocks noGrp="1"/>
          </p:cNvSpPr>
          <p:nvPr>
            <p:ph type="body" idx="1"/>
          </p:nvPr>
        </p:nvSpPr>
        <p:spPr>
          <a:xfrm>
            <a:off x="755650" y="5078412"/>
            <a:ext cx="6046800" cy="4810200"/>
          </a:xfrm>
          <a:prstGeom prst="rect">
            <a:avLst/>
          </a:prstGeom>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86" name="Google Shape;186;g3d12504c1c6_0_43:notes"/>
          <p:cNvSpPr txBox="1">
            <a:spLocks noGrp="1"/>
          </p:cNvSpPr>
          <p:nvPr>
            <p:ph type="sldNum" idx="12"/>
          </p:nvPr>
        </p:nvSpPr>
        <p:spPr>
          <a:xfrm>
            <a:off x="4278312" y="10156825"/>
            <a:ext cx="3279900" cy="533400"/>
          </a:xfrm>
          <a:prstGeom prst="rect">
            <a:avLst/>
          </a:prstGeom>
        </p:spPr>
        <p:txBody>
          <a:bodyPr spcFirstLastPara="1" wrap="square" lIns="0" tIns="0" rIns="0" bIns="0" anchor="b" anchorCtr="0">
            <a:noAutofit/>
          </a:bodyPr>
          <a:lstStyle/>
          <a:p>
            <a:pPr marL="0" lvl="0" indent="0" algn="r" rtl="0">
              <a:spcBef>
                <a:spcPts val="0"/>
              </a:spcBef>
              <a:spcAft>
                <a:spcPts val="0"/>
              </a:spcAft>
              <a:buClr>
                <a:srgbClr val="000000"/>
              </a:buClr>
              <a:buSzPts val="1400"/>
              <a:buFont typeface="Times New Roman"/>
              <a:buNone/>
            </a:pPr>
            <a:fld id="{00000000-1234-1234-1234-123412341234}" type="slidenum">
              <a:rPr lang="en-US"/>
              <a:t>12</a:t>
            </a:fld>
            <a:endParaRPr>
              <a:latin typeface="Arial"/>
              <a:ea typeface="Arial"/>
              <a:cs typeface="Arial"/>
              <a:sym typeface="Aria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7"/>
        <p:cNvGrpSpPr/>
        <p:nvPr/>
      </p:nvGrpSpPr>
      <p:grpSpPr>
        <a:xfrm>
          <a:off x="0" y="0"/>
          <a:ext cx="0" cy="0"/>
          <a:chOff x="0" y="0"/>
          <a:chExt cx="0" cy="0"/>
        </a:xfrm>
      </p:grpSpPr>
      <p:sp>
        <p:nvSpPr>
          <p:cNvPr id="228" name="Google Shape;228;p9:notes"/>
          <p:cNvSpPr txBox="1">
            <a:spLocks noGrp="1"/>
          </p:cNvSpPr>
          <p:nvPr>
            <p:ph type="body" idx="1"/>
          </p:nvPr>
        </p:nvSpPr>
        <p:spPr>
          <a:xfrm>
            <a:off x="755650" y="5078412"/>
            <a:ext cx="6046787" cy="4810125"/>
          </a:xfrm>
          <a:prstGeom prst="rect">
            <a:avLst/>
          </a:prstGeom>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229" name="Google Shape;229;p9:notes"/>
          <p:cNvSpPr>
            <a:spLocks noGrp="1" noRot="1" noChangeAspect="1"/>
          </p:cNvSpPr>
          <p:nvPr>
            <p:ph type="sldImg" idx="2"/>
          </p:nvPr>
        </p:nvSpPr>
        <p:spPr>
          <a:xfrm>
            <a:off x="1108075" y="812800"/>
            <a:ext cx="5341938" cy="40068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0"/>
        <p:cNvGrpSpPr/>
        <p:nvPr/>
      </p:nvGrpSpPr>
      <p:grpSpPr>
        <a:xfrm>
          <a:off x="0" y="0"/>
          <a:ext cx="0" cy="0"/>
          <a:chOff x="0" y="0"/>
          <a:chExt cx="0" cy="0"/>
        </a:xfrm>
      </p:grpSpPr>
      <p:sp>
        <p:nvSpPr>
          <p:cNvPr id="221" name="Google Shape;221;g3d12504c1c6_0_96:notes"/>
          <p:cNvSpPr>
            <a:spLocks noGrp="1" noRot="1" noChangeAspect="1"/>
          </p:cNvSpPr>
          <p:nvPr>
            <p:ph type="sldImg" idx="2"/>
          </p:nvPr>
        </p:nvSpPr>
        <p:spPr>
          <a:xfrm>
            <a:off x="1108075" y="812800"/>
            <a:ext cx="5341938" cy="40068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2" name="Google Shape;222;g3d12504c1c6_0_96:notes"/>
          <p:cNvSpPr txBox="1">
            <a:spLocks noGrp="1"/>
          </p:cNvSpPr>
          <p:nvPr>
            <p:ph type="body" idx="1"/>
          </p:nvPr>
        </p:nvSpPr>
        <p:spPr>
          <a:xfrm>
            <a:off x="755650" y="5078412"/>
            <a:ext cx="6046800" cy="4810200"/>
          </a:xfrm>
          <a:prstGeom prst="rect">
            <a:avLst/>
          </a:prstGeom>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223" name="Google Shape;223;g3d12504c1c6_0_96:notes"/>
          <p:cNvSpPr txBox="1">
            <a:spLocks noGrp="1"/>
          </p:cNvSpPr>
          <p:nvPr>
            <p:ph type="sldNum" idx="12"/>
          </p:nvPr>
        </p:nvSpPr>
        <p:spPr>
          <a:xfrm>
            <a:off x="4278312" y="10156825"/>
            <a:ext cx="3279900" cy="533400"/>
          </a:xfrm>
          <a:prstGeom prst="rect">
            <a:avLst/>
          </a:prstGeom>
        </p:spPr>
        <p:txBody>
          <a:bodyPr spcFirstLastPara="1" wrap="square" lIns="0" tIns="0" rIns="0" bIns="0" anchor="b" anchorCtr="0">
            <a:noAutofit/>
          </a:bodyPr>
          <a:lstStyle/>
          <a:p>
            <a:pPr marL="0" lvl="0" indent="0" algn="r" rtl="0">
              <a:spcBef>
                <a:spcPts val="0"/>
              </a:spcBef>
              <a:spcAft>
                <a:spcPts val="0"/>
              </a:spcAft>
              <a:buClr>
                <a:srgbClr val="000000"/>
              </a:buClr>
              <a:buSzPts val="1400"/>
              <a:buFont typeface="Times New Roman"/>
              <a:buNone/>
            </a:pPr>
            <a:fld id="{00000000-1234-1234-1234-123412341234}" type="slidenum">
              <a:rPr lang="en-US"/>
              <a:t>15</a:t>
            </a:fld>
            <a:endParaRPr>
              <a:latin typeface="Arial"/>
              <a:ea typeface="Arial"/>
              <a:cs typeface="Arial"/>
              <a:sym typeface="Aria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p10:notes"/>
          <p:cNvSpPr txBox="1"/>
          <p:nvPr/>
        </p:nvSpPr>
        <p:spPr>
          <a:xfrm>
            <a:off x="4278312" y="10156825"/>
            <a:ext cx="3279775" cy="533400"/>
          </a:xfrm>
          <a:prstGeom prst="rect">
            <a:avLst/>
          </a:prstGeom>
          <a:noFill/>
          <a:ln>
            <a:noFill/>
          </a:ln>
        </p:spPr>
        <p:txBody>
          <a:bodyPr spcFirstLastPara="1" wrap="square" lIns="0" tIns="0" rIns="0" bIns="0" anchor="b" anchorCtr="0">
            <a:noAutofit/>
          </a:bodyPr>
          <a:lstStyle/>
          <a:p>
            <a:pPr marL="0" marR="0" lvl="0" indent="0" algn="r" rtl="0">
              <a:lnSpc>
                <a:spcPct val="93000"/>
              </a:lnSpc>
              <a:spcBef>
                <a:spcPts val="0"/>
              </a:spcBef>
              <a:spcAft>
                <a:spcPts val="0"/>
              </a:spcAft>
              <a:buClr>
                <a:schemeClr val="dk1"/>
              </a:buClr>
              <a:buSzPts val="1400"/>
              <a:buFont typeface="Trebuchet MS"/>
              <a:buNone/>
            </a:pPr>
            <a:fld id="{00000000-1234-1234-1234-123412341234}" type="slidenum">
              <a:rPr lang="en-US" sz="1400" b="0" i="0" u="none">
                <a:solidFill>
                  <a:schemeClr val="dk1"/>
                </a:solidFill>
                <a:latin typeface="Trebuchet MS"/>
                <a:ea typeface="Trebuchet MS"/>
                <a:cs typeface="Trebuchet MS"/>
                <a:sym typeface="Trebuchet MS"/>
              </a:rPr>
              <a:t>16</a:t>
            </a:fld>
            <a:endParaRPr/>
          </a:p>
        </p:txBody>
      </p:sp>
      <p:sp>
        <p:nvSpPr>
          <p:cNvPr id="235" name="Google Shape;235;p10:notes"/>
          <p:cNvSpPr>
            <a:spLocks noGrp="1" noRot="1" noChangeAspect="1"/>
          </p:cNvSpPr>
          <p:nvPr>
            <p:ph type="sldImg" idx="2"/>
          </p:nvPr>
        </p:nvSpPr>
        <p:spPr>
          <a:xfrm>
            <a:off x="1106488" y="812800"/>
            <a:ext cx="5346700" cy="4008438"/>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524288"/>
            <a:headEnd type="none" w="sm" len="sm"/>
            <a:tailEnd type="none" w="sm" len="sm"/>
          </a:ln>
        </p:spPr>
      </p:sp>
      <p:sp>
        <p:nvSpPr>
          <p:cNvPr id="236" name="Google Shape;236;p10:notes"/>
          <p:cNvSpPr txBox="1">
            <a:spLocks noGrp="1"/>
          </p:cNvSpPr>
          <p:nvPr>
            <p:ph type="body" idx="1"/>
          </p:nvPr>
        </p:nvSpPr>
        <p:spPr>
          <a:xfrm>
            <a:off x="755650" y="5078412"/>
            <a:ext cx="6048375" cy="4811712"/>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1"/>
        <p:cNvGrpSpPr/>
        <p:nvPr/>
      </p:nvGrpSpPr>
      <p:grpSpPr>
        <a:xfrm>
          <a:off x="0" y="0"/>
          <a:ext cx="0" cy="0"/>
          <a:chOff x="0" y="0"/>
          <a:chExt cx="0" cy="0"/>
        </a:xfrm>
      </p:grpSpPr>
      <p:sp>
        <p:nvSpPr>
          <p:cNvPr id="242" name="Google Shape;242;p11:notes"/>
          <p:cNvSpPr txBox="1"/>
          <p:nvPr/>
        </p:nvSpPr>
        <p:spPr>
          <a:xfrm>
            <a:off x="4278312" y="10156825"/>
            <a:ext cx="3279775" cy="533400"/>
          </a:xfrm>
          <a:prstGeom prst="rect">
            <a:avLst/>
          </a:prstGeom>
          <a:noFill/>
          <a:ln>
            <a:noFill/>
          </a:ln>
        </p:spPr>
        <p:txBody>
          <a:bodyPr spcFirstLastPara="1" wrap="square" lIns="0" tIns="0" rIns="0" bIns="0" anchor="b" anchorCtr="0">
            <a:noAutofit/>
          </a:bodyPr>
          <a:lstStyle/>
          <a:p>
            <a:pPr marL="0" marR="0" lvl="0" indent="0" algn="r" rtl="0">
              <a:lnSpc>
                <a:spcPct val="93000"/>
              </a:lnSpc>
              <a:spcBef>
                <a:spcPts val="0"/>
              </a:spcBef>
              <a:spcAft>
                <a:spcPts val="0"/>
              </a:spcAft>
              <a:buClr>
                <a:schemeClr val="dk1"/>
              </a:buClr>
              <a:buSzPts val="1400"/>
              <a:buFont typeface="Trebuchet MS"/>
              <a:buNone/>
            </a:pPr>
            <a:fld id="{00000000-1234-1234-1234-123412341234}" type="slidenum">
              <a:rPr lang="en-US" sz="1400" b="0" i="0" u="none">
                <a:solidFill>
                  <a:schemeClr val="dk1"/>
                </a:solidFill>
                <a:latin typeface="Trebuchet MS"/>
                <a:ea typeface="Trebuchet MS"/>
                <a:cs typeface="Trebuchet MS"/>
                <a:sym typeface="Trebuchet MS"/>
              </a:rPr>
              <a:t>38</a:t>
            </a:fld>
            <a:endParaRPr/>
          </a:p>
        </p:txBody>
      </p:sp>
      <p:sp>
        <p:nvSpPr>
          <p:cNvPr id="243" name="Google Shape;243;p11:notes"/>
          <p:cNvSpPr>
            <a:spLocks noGrp="1" noRot="1" noChangeAspect="1"/>
          </p:cNvSpPr>
          <p:nvPr>
            <p:ph type="sldImg" idx="2"/>
          </p:nvPr>
        </p:nvSpPr>
        <p:spPr>
          <a:xfrm>
            <a:off x="1106488" y="812800"/>
            <a:ext cx="5346700" cy="4008438"/>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524288"/>
            <a:headEnd type="none" w="sm" len="sm"/>
            <a:tailEnd type="none" w="sm" len="sm"/>
          </a:ln>
        </p:spPr>
      </p:sp>
      <p:sp>
        <p:nvSpPr>
          <p:cNvPr id="244" name="Google Shape;244;p11:notes"/>
          <p:cNvSpPr txBox="1">
            <a:spLocks noGrp="1"/>
          </p:cNvSpPr>
          <p:nvPr>
            <p:ph type="body" idx="1"/>
          </p:nvPr>
        </p:nvSpPr>
        <p:spPr>
          <a:xfrm>
            <a:off x="755650" y="5078412"/>
            <a:ext cx="6048375" cy="4811712"/>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
        <p:cNvGrpSpPr/>
        <p:nvPr/>
      </p:nvGrpSpPr>
      <p:grpSpPr>
        <a:xfrm>
          <a:off x="0" y="0"/>
          <a:ext cx="0" cy="0"/>
          <a:chOff x="0" y="0"/>
          <a:chExt cx="0" cy="0"/>
        </a:xfrm>
      </p:grpSpPr>
      <p:sp>
        <p:nvSpPr>
          <p:cNvPr id="250" name="Google Shape;250;p12:notes"/>
          <p:cNvSpPr txBox="1"/>
          <p:nvPr/>
        </p:nvSpPr>
        <p:spPr>
          <a:xfrm>
            <a:off x="4278312" y="10156825"/>
            <a:ext cx="3279775" cy="533400"/>
          </a:xfrm>
          <a:prstGeom prst="rect">
            <a:avLst/>
          </a:prstGeom>
          <a:noFill/>
          <a:ln>
            <a:noFill/>
          </a:ln>
        </p:spPr>
        <p:txBody>
          <a:bodyPr spcFirstLastPara="1" wrap="square" lIns="0" tIns="0" rIns="0" bIns="0" anchor="b" anchorCtr="0">
            <a:noAutofit/>
          </a:bodyPr>
          <a:lstStyle/>
          <a:p>
            <a:pPr marL="0" marR="0" lvl="0" indent="0" algn="r" rtl="0">
              <a:lnSpc>
                <a:spcPct val="93000"/>
              </a:lnSpc>
              <a:spcBef>
                <a:spcPts val="0"/>
              </a:spcBef>
              <a:spcAft>
                <a:spcPts val="0"/>
              </a:spcAft>
              <a:buClr>
                <a:schemeClr val="dk1"/>
              </a:buClr>
              <a:buSzPts val="1400"/>
              <a:buFont typeface="Trebuchet MS"/>
              <a:buNone/>
            </a:pPr>
            <a:fld id="{00000000-1234-1234-1234-123412341234}" type="slidenum">
              <a:rPr lang="en-US" sz="1400" b="0" i="0" u="none">
                <a:solidFill>
                  <a:schemeClr val="dk1"/>
                </a:solidFill>
                <a:latin typeface="Trebuchet MS"/>
                <a:ea typeface="Trebuchet MS"/>
                <a:cs typeface="Trebuchet MS"/>
                <a:sym typeface="Trebuchet MS"/>
              </a:rPr>
              <a:t>39</a:t>
            </a:fld>
            <a:endParaRPr/>
          </a:p>
        </p:txBody>
      </p:sp>
      <p:sp>
        <p:nvSpPr>
          <p:cNvPr id="251" name="Google Shape;251;p12:notes"/>
          <p:cNvSpPr>
            <a:spLocks noGrp="1" noRot="1" noChangeAspect="1"/>
          </p:cNvSpPr>
          <p:nvPr>
            <p:ph type="sldImg" idx="2"/>
          </p:nvPr>
        </p:nvSpPr>
        <p:spPr>
          <a:xfrm>
            <a:off x="1106488" y="812800"/>
            <a:ext cx="5346700" cy="4008438"/>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524288"/>
            <a:headEnd type="none" w="sm" len="sm"/>
            <a:tailEnd type="none" w="sm" len="sm"/>
          </a:ln>
        </p:spPr>
      </p:sp>
      <p:sp>
        <p:nvSpPr>
          <p:cNvPr id="252" name="Google Shape;252;p12:notes"/>
          <p:cNvSpPr txBox="1">
            <a:spLocks noGrp="1"/>
          </p:cNvSpPr>
          <p:nvPr>
            <p:ph type="body" idx="1"/>
          </p:nvPr>
        </p:nvSpPr>
        <p:spPr>
          <a:xfrm>
            <a:off x="755650" y="5078412"/>
            <a:ext cx="6048375" cy="4811712"/>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7"/>
        <p:cNvGrpSpPr/>
        <p:nvPr/>
      </p:nvGrpSpPr>
      <p:grpSpPr>
        <a:xfrm>
          <a:off x="0" y="0"/>
          <a:ext cx="0" cy="0"/>
          <a:chOff x="0" y="0"/>
          <a:chExt cx="0" cy="0"/>
        </a:xfrm>
      </p:grpSpPr>
      <p:sp>
        <p:nvSpPr>
          <p:cNvPr id="258" name="Google Shape;258;p13:notes"/>
          <p:cNvSpPr txBox="1"/>
          <p:nvPr/>
        </p:nvSpPr>
        <p:spPr>
          <a:xfrm>
            <a:off x="4278312" y="10156825"/>
            <a:ext cx="3279775" cy="533400"/>
          </a:xfrm>
          <a:prstGeom prst="rect">
            <a:avLst/>
          </a:prstGeom>
          <a:noFill/>
          <a:ln>
            <a:noFill/>
          </a:ln>
        </p:spPr>
        <p:txBody>
          <a:bodyPr spcFirstLastPara="1" wrap="square" lIns="0" tIns="0" rIns="0" bIns="0" anchor="b" anchorCtr="0">
            <a:noAutofit/>
          </a:bodyPr>
          <a:lstStyle/>
          <a:p>
            <a:pPr marL="0" marR="0" lvl="0" indent="0" algn="r" rtl="0">
              <a:lnSpc>
                <a:spcPct val="93000"/>
              </a:lnSpc>
              <a:spcBef>
                <a:spcPts val="0"/>
              </a:spcBef>
              <a:spcAft>
                <a:spcPts val="0"/>
              </a:spcAft>
              <a:buClr>
                <a:srgbClr val="000000"/>
              </a:buClr>
              <a:buSzPts val="1400"/>
              <a:buFont typeface="Trebuchet MS"/>
              <a:buNone/>
            </a:pPr>
            <a:fld id="{00000000-1234-1234-1234-123412341234}" type="slidenum">
              <a:rPr lang="en-US" sz="1400" b="0" i="0" u="none">
                <a:solidFill>
                  <a:srgbClr val="000000"/>
                </a:solidFill>
                <a:latin typeface="Trebuchet MS"/>
                <a:ea typeface="Trebuchet MS"/>
                <a:cs typeface="Trebuchet MS"/>
                <a:sym typeface="Trebuchet MS"/>
              </a:rPr>
              <a:t>40</a:t>
            </a:fld>
            <a:endParaRPr/>
          </a:p>
        </p:txBody>
      </p:sp>
      <p:sp>
        <p:nvSpPr>
          <p:cNvPr id="259" name="Google Shape;259;p13:notes"/>
          <p:cNvSpPr>
            <a:spLocks noGrp="1" noRot="1" noChangeAspect="1"/>
          </p:cNvSpPr>
          <p:nvPr>
            <p:ph type="sldImg" idx="2"/>
          </p:nvPr>
        </p:nvSpPr>
        <p:spPr>
          <a:xfrm>
            <a:off x="1106488" y="812800"/>
            <a:ext cx="5346700" cy="4008438"/>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524288"/>
            <a:headEnd type="none" w="sm" len="sm"/>
            <a:tailEnd type="none" w="sm" len="sm"/>
          </a:ln>
        </p:spPr>
      </p:sp>
      <p:sp>
        <p:nvSpPr>
          <p:cNvPr id="260" name="Google Shape;260;p13:notes"/>
          <p:cNvSpPr txBox="1">
            <a:spLocks noGrp="1"/>
          </p:cNvSpPr>
          <p:nvPr>
            <p:ph type="body" idx="1"/>
          </p:nvPr>
        </p:nvSpPr>
        <p:spPr>
          <a:xfrm>
            <a:off x="755650" y="5078412"/>
            <a:ext cx="6048375" cy="4811712"/>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5"/>
        <p:cNvGrpSpPr/>
        <p:nvPr/>
      </p:nvGrpSpPr>
      <p:grpSpPr>
        <a:xfrm>
          <a:off x="0" y="0"/>
          <a:ext cx="0" cy="0"/>
          <a:chOff x="0" y="0"/>
          <a:chExt cx="0" cy="0"/>
        </a:xfrm>
      </p:grpSpPr>
      <p:sp>
        <p:nvSpPr>
          <p:cNvPr id="266" name="Google Shape;266;p14:notes"/>
          <p:cNvSpPr txBox="1"/>
          <p:nvPr/>
        </p:nvSpPr>
        <p:spPr>
          <a:xfrm>
            <a:off x="4278312" y="10156825"/>
            <a:ext cx="3279775" cy="533400"/>
          </a:xfrm>
          <a:prstGeom prst="rect">
            <a:avLst/>
          </a:prstGeom>
          <a:noFill/>
          <a:ln>
            <a:noFill/>
          </a:ln>
        </p:spPr>
        <p:txBody>
          <a:bodyPr spcFirstLastPara="1" wrap="square" lIns="0" tIns="0" rIns="0" bIns="0" anchor="b" anchorCtr="0">
            <a:noAutofit/>
          </a:bodyPr>
          <a:lstStyle/>
          <a:p>
            <a:pPr marL="0" marR="0" lvl="0" indent="0" algn="r" rtl="0">
              <a:lnSpc>
                <a:spcPct val="93000"/>
              </a:lnSpc>
              <a:spcBef>
                <a:spcPts val="0"/>
              </a:spcBef>
              <a:spcAft>
                <a:spcPts val="0"/>
              </a:spcAft>
              <a:buClr>
                <a:schemeClr val="dk1"/>
              </a:buClr>
              <a:buSzPts val="1400"/>
              <a:buFont typeface="Trebuchet MS"/>
              <a:buNone/>
            </a:pPr>
            <a:fld id="{00000000-1234-1234-1234-123412341234}" type="slidenum">
              <a:rPr lang="en-US" sz="1400" b="0" i="0" u="none">
                <a:solidFill>
                  <a:schemeClr val="dk1"/>
                </a:solidFill>
                <a:latin typeface="Trebuchet MS"/>
                <a:ea typeface="Trebuchet MS"/>
                <a:cs typeface="Trebuchet MS"/>
                <a:sym typeface="Trebuchet MS"/>
              </a:rPr>
              <a:t>41</a:t>
            </a:fld>
            <a:endParaRPr/>
          </a:p>
        </p:txBody>
      </p:sp>
      <p:sp>
        <p:nvSpPr>
          <p:cNvPr id="267" name="Google Shape;267;p14:notes"/>
          <p:cNvSpPr>
            <a:spLocks noGrp="1" noRot="1" noChangeAspect="1"/>
          </p:cNvSpPr>
          <p:nvPr>
            <p:ph type="sldImg" idx="2"/>
          </p:nvPr>
        </p:nvSpPr>
        <p:spPr>
          <a:xfrm>
            <a:off x="1106487" y="812800"/>
            <a:ext cx="5346700" cy="4008437"/>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524288"/>
            <a:headEnd type="none" w="sm" len="sm"/>
            <a:tailEnd type="none" w="sm" len="sm"/>
          </a:ln>
        </p:spPr>
      </p:sp>
      <p:sp>
        <p:nvSpPr>
          <p:cNvPr id="268" name="Google Shape;268;p14:notes"/>
          <p:cNvSpPr txBox="1">
            <a:spLocks noGrp="1"/>
          </p:cNvSpPr>
          <p:nvPr>
            <p:ph type="body" idx="1"/>
          </p:nvPr>
        </p:nvSpPr>
        <p:spPr>
          <a:xfrm>
            <a:off x="755650" y="5078412"/>
            <a:ext cx="6048375" cy="4811712"/>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6"/>
        <p:cNvGrpSpPr/>
        <p:nvPr/>
      </p:nvGrpSpPr>
      <p:grpSpPr>
        <a:xfrm>
          <a:off x="0" y="0"/>
          <a:ext cx="0" cy="0"/>
          <a:chOff x="0" y="0"/>
          <a:chExt cx="0" cy="0"/>
        </a:xfrm>
      </p:grpSpPr>
      <p:sp>
        <p:nvSpPr>
          <p:cNvPr id="27" name="Google Shape;27;p2"/>
          <p:cNvSpPr txBox="1">
            <a:spLocks noGrp="1"/>
          </p:cNvSpPr>
          <p:nvPr>
            <p:ph type="title"/>
          </p:nvPr>
        </p:nvSpPr>
        <p:spPr>
          <a:xfrm>
            <a:off x="671512" y="671512"/>
            <a:ext cx="6997700" cy="1455737"/>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sz="3968"/>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
          <p:cNvSpPr txBox="1">
            <a:spLocks noGrp="1"/>
          </p:cNvSpPr>
          <p:nvPr>
            <p:ph type="body" idx="1"/>
          </p:nvPr>
        </p:nvSpPr>
        <p:spPr>
          <a:xfrm>
            <a:off x="671512" y="2381250"/>
            <a:ext cx="6997700" cy="4278312"/>
          </a:xfrm>
          <a:prstGeom prst="rect">
            <a:avLst/>
          </a:prstGeom>
          <a:noFill/>
          <a:ln>
            <a:noFill/>
          </a:ln>
        </p:spPr>
        <p:txBody>
          <a:bodyPr spcFirstLastPara="1" wrap="square" lIns="91425" tIns="45700" rIns="91425" bIns="45700" anchor="t" anchorCtr="0">
            <a:noAutofit/>
          </a:bodyPr>
          <a:lstStyle>
            <a:lvl1pPr marL="457200" lvl="0" indent="-320040" algn="l">
              <a:spcBef>
                <a:spcPts val="1100"/>
              </a:spcBef>
              <a:spcAft>
                <a:spcPts val="0"/>
              </a:spcAft>
              <a:buSzPts val="1440"/>
              <a:buChar char="►"/>
              <a:defRPr/>
            </a:lvl1pPr>
            <a:lvl2pPr marL="914400" lvl="1" indent="-320040" algn="l">
              <a:spcBef>
                <a:spcPts val="1100"/>
              </a:spcBef>
              <a:spcAft>
                <a:spcPts val="0"/>
              </a:spcAft>
              <a:buSzPts val="1440"/>
              <a:buChar char="►"/>
              <a:defRPr/>
            </a:lvl2pPr>
            <a:lvl3pPr marL="1371600" lvl="2" indent="-320039" algn="l">
              <a:spcBef>
                <a:spcPts val="1100"/>
              </a:spcBef>
              <a:spcAft>
                <a:spcPts val="0"/>
              </a:spcAft>
              <a:buSzPts val="1440"/>
              <a:buChar char="►"/>
              <a:defRPr/>
            </a:lvl3pPr>
            <a:lvl4pPr marL="1828800" lvl="3" indent="-320039" algn="l">
              <a:spcBef>
                <a:spcPts val="1100"/>
              </a:spcBef>
              <a:spcAft>
                <a:spcPts val="0"/>
              </a:spcAft>
              <a:buSzPts val="1440"/>
              <a:buChar char="►"/>
              <a:defRPr/>
            </a:lvl4pPr>
            <a:lvl5pPr marL="2286000" lvl="4" indent="-320039" algn="l">
              <a:spcBef>
                <a:spcPts val="1100"/>
              </a:spcBef>
              <a:spcAft>
                <a:spcPts val="0"/>
              </a:spcAft>
              <a:buSzPts val="1440"/>
              <a:buChar char="►"/>
              <a:defRPr/>
            </a:lvl5pPr>
            <a:lvl6pPr marL="2743200" lvl="5" indent="-320039" algn="l">
              <a:spcBef>
                <a:spcPts val="1102"/>
              </a:spcBef>
              <a:spcAft>
                <a:spcPts val="0"/>
              </a:spcAft>
              <a:buSzPts val="1440"/>
              <a:buChar char="►"/>
              <a:defRPr/>
            </a:lvl6pPr>
            <a:lvl7pPr marL="3200400" lvl="6" indent="-320039" algn="l">
              <a:spcBef>
                <a:spcPts val="1102"/>
              </a:spcBef>
              <a:spcAft>
                <a:spcPts val="0"/>
              </a:spcAft>
              <a:buSzPts val="1440"/>
              <a:buChar char="►"/>
              <a:defRPr/>
            </a:lvl7pPr>
            <a:lvl8pPr marL="3657600" lvl="7" indent="-320040" algn="l">
              <a:spcBef>
                <a:spcPts val="1102"/>
              </a:spcBef>
              <a:spcAft>
                <a:spcPts val="0"/>
              </a:spcAft>
              <a:buSzPts val="1440"/>
              <a:buChar char="►"/>
              <a:defRPr/>
            </a:lvl8pPr>
            <a:lvl9pPr marL="4114800" lvl="8" indent="-320040" algn="l">
              <a:spcBef>
                <a:spcPts val="1102"/>
              </a:spcBef>
              <a:spcAft>
                <a:spcPts val="0"/>
              </a:spcAft>
              <a:buSzPts val="1440"/>
              <a:buChar char="►"/>
              <a:defRPr/>
            </a:lvl9pPr>
          </a:lstStyle>
          <a:p>
            <a:endParaRPr/>
          </a:p>
        </p:txBody>
      </p:sp>
      <p:sp>
        <p:nvSpPr>
          <p:cNvPr id="29" name="Google Shape;29;p2"/>
          <p:cNvSpPr txBox="1">
            <a:spLocks noGrp="1"/>
          </p:cNvSpPr>
          <p:nvPr>
            <p:ph type="dt" idx="10"/>
          </p:nvPr>
        </p:nvSpPr>
        <p:spPr>
          <a:xfrm>
            <a:off x="5959475" y="6659562"/>
            <a:ext cx="754062" cy="401637"/>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2"/>
          <p:cNvSpPr txBox="1">
            <a:spLocks noGrp="1"/>
          </p:cNvSpPr>
          <p:nvPr>
            <p:ph type="ftr" idx="11"/>
          </p:nvPr>
        </p:nvSpPr>
        <p:spPr>
          <a:xfrm>
            <a:off x="671512" y="6659562"/>
            <a:ext cx="5097462" cy="401637"/>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2"/>
          <p:cNvSpPr txBox="1">
            <a:spLocks noGrp="1"/>
          </p:cNvSpPr>
          <p:nvPr>
            <p:ph type="sldNum" idx="12"/>
          </p:nvPr>
        </p:nvSpPr>
        <p:spPr>
          <a:xfrm>
            <a:off x="7104062" y="6659562"/>
            <a:ext cx="565150" cy="401637"/>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1pPr>
            <a:lvl2pPr marL="0" marR="0" lvl="1" indent="0" algn="r">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2pPr>
            <a:lvl3pPr marL="0" marR="0" lvl="2" indent="0" algn="r">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3pPr>
            <a:lvl4pPr marL="0" marR="0" lvl="3" indent="0" algn="r">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4pPr>
            <a:lvl5pPr marL="0" marR="0" lvl="4" indent="0" algn="r">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5pPr>
            <a:lvl6pPr marL="0" marR="0" lvl="5" indent="0" algn="r">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6pPr>
            <a:lvl7pPr marL="0" marR="0" lvl="6" indent="0" algn="r">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7pPr>
            <a:lvl8pPr marL="0" marR="0" lvl="7" indent="0" algn="r">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8pPr>
            <a:lvl9pPr marL="0" marR="0" lvl="8" indent="0" algn="r">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49"/>
        <p:cNvGrpSpPr/>
        <p:nvPr/>
      </p:nvGrpSpPr>
      <p:grpSpPr>
        <a:xfrm>
          <a:off x="0" y="0"/>
          <a:ext cx="0" cy="0"/>
          <a:chOff x="0" y="0"/>
          <a:chExt cx="0" cy="0"/>
        </a:xfrm>
      </p:grpSpPr>
      <p:sp>
        <p:nvSpPr>
          <p:cNvPr id="50" name="Google Shape;50;p4"/>
          <p:cNvSpPr txBox="1">
            <a:spLocks noGrp="1"/>
          </p:cNvSpPr>
          <p:nvPr>
            <p:ph type="title"/>
          </p:nvPr>
        </p:nvSpPr>
        <p:spPr>
          <a:xfrm>
            <a:off x="671512" y="671512"/>
            <a:ext cx="6997700" cy="1455737"/>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sz="3968"/>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1" name="Google Shape;51;p4"/>
          <p:cNvSpPr txBox="1">
            <a:spLocks noGrp="1"/>
          </p:cNvSpPr>
          <p:nvPr>
            <p:ph type="body" idx="1"/>
          </p:nvPr>
        </p:nvSpPr>
        <p:spPr>
          <a:xfrm>
            <a:off x="671512" y="2381250"/>
            <a:ext cx="6997700" cy="4278312"/>
          </a:xfrm>
          <a:prstGeom prst="rect">
            <a:avLst/>
          </a:prstGeom>
          <a:noFill/>
          <a:ln>
            <a:noFill/>
          </a:ln>
        </p:spPr>
        <p:txBody>
          <a:bodyPr spcFirstLastPara="1" wrap="square" lIns="91425" tIns="45700" rIns="91425" bIns="45700" anchor="t" anchorCtr="0">
            <a:noAutofit/>
          </a:bodyPr>
          <a:lstStyle>
            <a:lvl1pPr marL="457200" lvl="0" indent="-320040" algn="l">
              <a:spcBef>
                <a:spcPts val="1100"/>
              </a:spcBef>
              <a:spcAft>
                <a:spcPts val="0"/>
              </a:spcAft>
              <a:buSzPts val="1440"/>
              <a:buChar char="►"/>
              <a:defRPr/>
            </a:lvl1pPr>
            <a:lvl2pPr marL="914400" lvl="1" indent="-320040" algn="l">
              <a:spcBef>
                <a:spcPts val="1100"/>
              </a:spcBef>
              <a:spcAft>
                <a:spcPts val="0"/>
              </a:spcAft>
              <a:buSzPts val="1440"/>
              <a:buChar char="►"/>
              <a:defRPr/>
            </a:lvl2pPr>
            <a:lvl3pPr marL="1371600" lvl="2" indent="-320039" algn="l">
              <a:spcBef>
                <a:spcPts val="1100"/>
              </a:spcBef>
              <a:spcAft>
                <a:spcPts val="0"/>
              </a:spcAft>
              <a:buSzPts val="1440"/>
              <a:buChar char="►"/>
              <a:defRPr/>
            </a:lvl3pPr>
            <a:lvl4pPr marL="1828800" lvl="3" indent="-320039" algn="l">
              <a:spcBef>
                <a:spcPts val="1100"/>
              </a:spcBef>
              <a:spcAft>
                <a:spcPts val="0"/>
              </a:spcAft>
              <a:buSzPts val="1440"/>
              <a:buChar char="►"/>
              <a:defRPr/>
            </a:lvl4pPr>
            <a:lvl5pPr marL="2286000" lvl="4" indent="-320039" algn="l">
              <a:spcBef>
                <a:spcPts val="1100"/>
              </a:spcBef>
              <a:spcAft>
                <a:spcPts val="0"/>
              </a:spcAft>
              <a:buSzPts val="1440"/>
              <a:buChar char="►"/>
              <a:defRPr/>
            </a:lvl5pPr>
            <a:lvl6pPr marL="2743200" lvl="5" indent="-320039" algn="l">
              <a:spcBef>
                <a:spcPts val="1102"/>
              </a:spcBef>
              <a:spcAft>
                <a:spcPts val="0"/>
              </a:spcAft>
              <a:buSzPts val="1440"/>
              <a:buChar char="►"/>
              <a:defRPr/>
            </a:lvl6pPr>
            <a:lvl7pPr marL="3200400" lvl="6" indent="-320039" algn="l">
              <a:spcBef>
                <a:spcPts val="1102"/>
              </a:spcBef>
              <a:spcAft>
                <a:spcPts val="0"/>
              </a:spcAft>
              <a:buSzPts val="1440"/>
              <a:buChar char="►"/>
              <a:defRPr/>
            </a:lvl7pPr>
            <a:lvl8pPr marL="3657600" lvl="7" indent="-320040" algn="l">
              <a:spcBef>
                <a:spcPts val="1102"/>
              </a:spcBef>
              <a:spcAft>
                <a:spcPts val="0"/>
              </a:spcAft>
              <a:buSzPts val="1440"/>
              <a:buChar char="►"/>
              <a:defRPr/>
            </a:lvl8pPr>
            <a:lvl9pPr marL="4114800" lvl="8" indent="-320040" algn="l">
              <a:spcBef>
                <a:spcPts val="1102"/>
              </a:spcBef>
              <a:spcAft>
                <a:spcPts val="0"/>
              </a:spcAft>
              <a:buSzPts val="1440"/>
              <a:buChar char="►"/>
              <a:defRPr/>
            </a:lvl9pPr>
          </a:lstStyle>
          <a:p>
            <a:endParaRPr/>
          </a:p>
        </p:txBody>
      </p:sp>
      <p:sp>
        <p:nvSpPr>
          <p:cNvPr id="52" name="Google Shape;52;p4"/>
          <p:cNvSpPr txBox="1">
            <a:spLocks noGrp="1"/>
          </p:cNvSpPr>
          <p:nvPr>
            <p:ph type="dt" idx="10"/>
          </p:nvPr>
        </p:nvSpPr>
        <p:spPr>
          <a:xfrm>
            <a:off x="5959475" y="6659562"/>
            <a:ext cx="754062" cy="401637"/>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4"/>
          <p:cNvSpPr txBox="1">
            <a:spLocks noGrp="1"/>
          </p:cNvSpPr>
          <p:nvPr>
            <p:ph type="ftr" idx="11"/>
          </p:nvPr>
        </p:nvSpPr>
        <p:spPr>
          <a:xfrm>
            <a:off x="671512" y="6659562"/>
            <a:ext cx="5097462" cy="401637"/>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4" name="Google Shape;54;p4"/>
          <p:cNvSpPr txBox="1">
            <a:spLocks noGrp="1"/>
          </p:cNvSpPr>
          <p:nvPr>
            <p:ph type="sldNum" idx="12"/>
          </p:nvPr>
        </p:nvSpPr>
        <p:spPr>
          <a:xfrm>
            <a:off x="7104062" y="6659562"/>
            <a:ext cx="565150" cy="401637"/>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1pPr>
            <a:lvl2pPr marL="0" marR="0" lvl="1" indent="0" algn="r">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2pPr>
            <a:lvl3pPr marL="0" marR="0" lvl="2" indent="0" algn="r">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3pPr>
            <a:lvl4pPr marL="0" marR="0" lvl="3" indent="0" algn="r">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4pPr>
            <a:lvl5pPr marL="0" marR="0" lvl="4" indent="0" algn="r">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5pPr>
            <a:lvl6pPr marL="0" marR="0" lvl="5" indent="0" algn="r">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6pPr>
            <a:lvl7pPr marL="0" marR="0" lvl="6" indent="0" algn="r">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7pPr>
            <a:lvl8pPr marL="0" marR="0" lvl="7" indent="0" algn="r">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8pPr>
            <a:lvl9pPr marL="0" marR="0" lvl="8" indent="0" algn="r">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5"/>
        <p:cNvGrpSpPr/>
        <p:nvPr/>
      </p:nvGrpSpPr>
      <p:grpSpPr>
        <a:xfrm>
          <a:off x="0" y="0"/>
          <a:ext cx="0" cy="0"/>
          <a:chOff x="0" y="0"/>
          <a:chExt cx="0" cy="0"/>
        </a:xfrm>
      </p:grpSpPr>
      <p:sp>
        <p:nvSpPr>
          <p:cNvPr id="56" name="Google Shape;56;p5"/>
          <p:cNvSpPr txBox="1">
            <a:spLocks noGrp="1"/>
          </p:cNvSpPr>
          <p:nvPr>
            <p:ph type="dt" idx="10"/>
          </p:nvPr>
        </p:nvSpPr>
        <p:spPr>
          <a:xfrm>
            <a:off x="5959475" y="6659562"/>
            <a:ext cx="754062" cy="401637"/>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5"/>
          <p:cNvSpPr txBox="1">
            <a:spLocks noGrp="1"/>
          </p:cNvSpPr>
          <p:nvPr>
            <p:ph type="ftr" idx="11"/>
          </p:nvPr>
        </p:nvSpPr>
        <p:spPr>
          <a:xfrm>
            <a:off x="671512" y="6659562"/>
            <a:ext cx="5097462" cy="401637"/>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8" name="Google Shape;58;p5"/>
          <p:cNvSpPr txBox="1">
            <a:spLocks noGrp="1"/>
          </p:cNvSpPr>
          <p:nvPr>
            <p:ph type="sldNum" idx="12"/>
          </p:nvPr>
        </p:nvSpPr>
        <p:spPr>
          <a:xfrm>
            <a:off x="7104062" y="6659562"/>
            <a:ext cx="565150" cy="401637"/>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1pPr>
            <a:lvl2pPr marL="0" marR="0" lvl="1" indent="0" algn="r">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2pPr>
            <a:lvl3pPr marL="0" marR="0" lvl="2" indent="0" algn="r">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3pPr>
            <a:lvl4pPr marL="0" marR="0" lvl="3" indent="0" algn="r">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4pPr>
            <a:lvl5pPr marL="0" marR="0" lvl="4" indent="0" algn="r">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5pPr>
            <a:lvl6pPr marL="0" marR="0" lvl="5" indent="0" algn="r">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6pPr>
            <a:lvl7pPr marL="0" marR="0" lvl="6" indent="0" algn="r">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7pPr>
            <a:lvl8pPr marL="0" marR="0" lvl="7" indent="0" algn="r">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8pPr>
            <a:lvl9pPr marL="0" marR="0" lvl="8" indent="0" algn="r">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59"/>
        <p:cNvGrpSpPr/>
        <p:nvPr/>
      </p:nvGrpSpPr>
      <p:grpSpPr>
        <a:xfrm>
          <a:off x="0" y="0"/>
          <a:ext cx="0" cy="0"/>
          <a:chOff x="0" y="0"/>
          <a:chExt cx="0" cy="0"/>
        </a:xfrm>
      </p:grpSpPr>
      <p:sp>
        <p:nvSpPr>
          <p:cNvPr id="60" name="Google Shape;60;p6"/>
          <p:cNvSpPr txBox="1">
            <a:spLocks noGrp="1"/>
          </p:cNvSpPr>
          <p:nvPr>
            <p:ph type="title"/>
          </p:nvPr>
        </p:nvSpPr>
        <p:spPr>
          <a:xfrm rot="5400000">
            <a:off x="4234732" y="3026812"/>
            <a:ext cx="5788752" cy="1079072"/>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1" name="Google Shape;61;p6"/>
          <p:cNvSpPr txBox="1">
            <a:spLocks noGrp="1"/>
          </p:cNvSpPr>
          <p:nvPr>
            <p:ph type="body" idx="1"/>
          </p:nvPr>
        </p:nvSpPr>
        <p:spPr>
          <a:xfrm rot="5400000">
            <a:off x="641243" y="702770"/>
            <a:ext cx="5788752" cy="5727155"/>
          </a:xfrm>
          <a:prstGeom prst="rect">
            <a:avLst/>
          </a:prstGeom>
          <a:noFill/>
          <a:ln>
            <a:noFill/>
          </a:ln>
        </p:spPr>
        <p:txBody>
          <a:bodyPr spcFirstLastPara="1" wrap="square" lIns="91425" tIns="45700" rIns="91425" bIns="45700" anchor="t" anchorCtr="0">
            <a:noAutofit/>
          </a:bodyPr>
          <a:lstStyle>
            <a:lvl1pPr marL="457200" lvl="0" indent="-320040" algn="l">
              <a:spcBef>
                <a:spcPts val="1100"/>
              </a:spcBef>
              <a:spcAft>
                <a:spcPts val="0"/>
              </a:spcAft>
              <a:buSzPts val="1440"/>
              <a:buChar char="►"/>
              <a:defRPr/>
            </a:lvl1pPr>
            <a:lvl2pPr marL="914400" lvl="1" indent="-320040" algn="l">
              <a:spcBef>
                <a:spcPts val="1100"/>
              </a:spcBef>
              <a:spcAft>
                <a:spcPts val="0"/>
              </a:spcAft>
              <a:buSzPts val="1440"/>
              <a:buChar char="►"/>
              <a:defRPr/>
            </a:lvl2pPr>
            <a:lvl3pPr marL="1371600" lvl="2" indent="-320039" algn="l">
              <a:spcBef>
                <a:spcPts val="1100"/>
              </a:spcBef>
              <a:spcAft>
                <a:spcPts val="0"/>
              </a:spcAft>
              <a:buSzPts val="1440"/>
              <a:buChar char="►"/>
              <a:defRPr/>
            </a:lvl3pPr>
            <a:lvl4pPr marL="1828800" lvl="3" indent="-320039" algn="l">
              <a:spcBef>
                <a:spcPts val="1100"/>
              </a:spcBef>
              <a:spcAft>
                <a:spcPts val="0"/>
              </a:spcAft>
              <a:buSzPts val="1440"/>
              <a:buChar char="►"/>
              <a:defRPr/>
            </a:lvl4pPr>
            <a:lvl5pPr marL="2286000" lvl="4" indent="-320039" algn="l">
              <a:spcBef>
                <a:spcPts val="1100"/>
              </a:spcBef>
              <a:spcAft>
                <a:spcPts val="0"/>
              </a:spcAft>
              <a:buSzPts val="1440"/>
              <a:buChar char="►"/>
              <a:defRPr/>
            </a:lvl5pPr>
            <a:lvl6pPr marL="2743200" lvl="5" indent="-320039" algn="l">
              <a:spcBef>
                <a:spcPts val="1102"/>
              </a:spcBef>
              <a:spcAft>
                <a:spcPts val="0"/>
              </a:spcAft>
              <a:buSzPts val="1440"/>
              <a:buChar char="►"/>
              <a:defRPr/>
            </a:lvl6pPr>
            <a:lvl7pPr marL="3200400" lvl="6" indent="-320039" algn="l">
              <a:spcBef>
                <a:spcPts val="1102"/>
              </a:spcBef>
              <a:spcAft>
                <a:spcPts val="0"/>
              </a:spcAft>
              <a:buSzPts val="1440"/>
              <a:buChar char="►"/>
              <a:defRPr/>
            </a:lvl7pPr>
            <a:lvl8pPr marL="3657600" lvl="7" indent="-320040" algn="l">
              <a:spcBef>
                <a:spcPts val="1102"/>
              </a:spcBef>
              <a:spcAft>
                <a:spcPts val="0"/>
              </a:spcAft>
              <a:buSzPts val="1440"/>
              <a:buChar char="►"/>
              <a:defRPr/>
            </a:lvl8pPr>
            <a:lvl9pPr marL="4114800" lvl="8" indent="-320040" algn="l">
              <a:spcBef>
                <a:spcPts val="1102"/>
              </a:spcBef>
              <a:spcAft>
                <a:spcPts val="0"/>
              </a:spcAft>
              <a:buSzPts val="1440"/>
              <a:buChar char="►"/>
              <a:defRPr/>
            </a:lvl9pPr>
          </a:lstStyle>
          <a:p>
            <a:endParaRPr/>
          </a:p>
        </p:txBody>
      </p:sp>
      <p:sp>
        <p:nvSpPr>
          <p:cNvPr id="62" name="Google Shape;62;p6"/>
          <p:cNvSpPr txBox="1">
            <a:spLocks noGrp="1"/>
          </p:cNvSpPr>
          <p:nvPr>
            <p:ph type="dt" idx="10"/>
          </p:nvPr>
        </p:nvSpPr>
        <p:spPr>
          <a:xfrm>
            <a:off x="5959475" y="6659562"/>
            <a:ext cx="754062" cy="401637"/>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6"/>
          <p:cNvSpPr txBox="1">
            <a:spLocks noGrp="1"/>
          </p:cNvSpPr>
          <p:nvPr>
            <p:ph type="ftr" idx="11"/>
          </p:nvPr>
        </p:nvSpPr>
        <p:spPr>
          <a:xfrm>
            <a:off x="671512" y="6659562"/>
            <a:ext cx="5097462" cy="401637"/>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6"/>
          <p:cNvSpPr txBox="1">
            <a:spLocks noGrp="1"/>
          </p:cNvSpPr>
          <p:nvPr>
            <p:ph type="sldNum" idx="12"/>
          </p:nvPr>
        </p:nvSpPr>
        <p:spPr>
          <a:xfrm>
            <a:off x="7104062" y="6659562"/>
            <a:ext cx="565150" cy="401637"/>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1pPr>
            <a:lvl2pPr marL="0" marR="0" lvl="1" indent="0" algn="r">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2pPr>
            <a:lvl3pPr marL="0" marR="0" lvl="2" indent="0" algn="r">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3pPr>
            <a:lvl4pPr marL="0" marR="0" lvl="3" indent="0" algn="r">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4pPr>
            <a:lvl5pPr marL="0" marR="0" lvl="4" indent="0" algn="r">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5pPr>
            <a:lvl6pPr marL="0" marR="0" lvl="5" indent="0" algn="r">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6pPr>
            <a:lvl7pPr marL="0" marR="0" lvl="6" indent="0" algn="r">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7pPr>
            <a:lvl8pPr marL="0" marR="0" lvl="7" indent="0" algn="r">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8pPr>
            <a:lvl9pPr marL="0" marR="0" lvl="8" indent="0" algn="r">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5"/>
        <p:cNvGrpSpPr/>
        <p:nvPr/>
      </p:nvGrpSpPr>
      <p:grpSpPr>
        <a:xfrm>
          <a:off x="0" y="0"/>
          <a:ext cx="0" cy="0"/>
          <a:chOff x="0" y="0"/>
          <a:chExt cx="0" cy="0"/>
        </a:xfrm>
      </p:grpSpPr>
      <p:sp>
        <p:nvSpPr>
          <p:cNvPr id="66" name="Google Shape;66;p7"/>
          <p:cNvSpPr txBox="1">
            <a:spLocks noGrp="1"/>
          </p:cNvSpPr>
          <p:nvPr>
            <p:ph type="title"/>
          </p:nvPr>
        </p:nvSpPr>
        <p:spPr>
          <a:xfrm>
            <a:off x="671512" y="671512"/>
            <a:ext cx="6997700" cy="1455737"/>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7"/>
          <p:cNvSpPr txBox="1">
            <a:spLocks noGrp="1"/>
          </p:cNvSpPr>
          <p:nvPr>
            <p:ph type="body" idx="1"/>
          </p:nvPr>
        </p:nvSpPr>
        <p:spPr>
          <a:xfrm rot="5400000">
            <a:off x="2031206" y="1021556"/>
            <a:ext cx="4278312" cy="6997700"/>
          </a:xfrm>
          <a:prstGeom prst="rect">
            <a:avLst/>
          </a:prstGeom>
          <a:noFill/>
          <a:ln>
            <a:noFill/>
          </a:ln>
        </p:spPr>
        <p:txBody>
          <a:bodyPr spcFirstLastPara="1" wrap="square" lIns="91425" tIns="45700" rIns="91425" bIns="45700" anchor="t" anchorCtr="0">
            <a:noAutofit/>
          </a:bodyPr>
          <a:lstStyle>
            <a:lvl1pPr marL="457200" lvl="0" indent="-320040" algn="l">
              <a:spcBef>
                <a:spcPts val="1100"/>
              </a:spcBef>
              <a:spcAft>
                <a:spcPts val="0"/>
              </a:spcAft>
              <a:buSzPts val="1440"/>
              <a:buChar char="►"/>
              <a:defRPr/>
            </a:lvl1pPr>
            <a:lvl2pPr marL="914400" lvl="1" indent="-320040" algn="l">
              <a:spcBef>
                <a:spcPts val="1100"/>
              </a:spcBef>
              <a:spcAft>
                <a:spcPts val="0"/>
              </a:spcAft>
              <a:buSzPts val="1440"/>
              <a:buChar char="►"/>
              <a:defRPr/>
            </a:lvl2pPr>
            <a:lvl3pPr marL="1371600" lvl="2" indent="-320039" algn="l">
              <a:spcBef>
                <a:spcPts val="1100"/>
              </a:spcBef>
              <a:spcAft>
                <a:spcPts val="0"/>
              </a:spcAft>
              <a:buSzPts val="1440"/>
              <a:buChar char="►"/>
              <a:defRPr/>
            </a:lvl3pPr>
            <a:lvl4pPr marL="1828800" lvl="3" indent="-320039" algn="l">
              <a:spcBef>
                <a:spcPts val="1100"/>
              </a:spcBef>
              <a:spcAft>
                <a:spcPts val="0"/>
              </a:spcAft>
              <a:buSzPts val="1440"/>
              <a:buChar char="►"/>
              <a:defRPr/>
            </a:lvl4pPr>
            <a:lvl5pPr marL="2286000" lvl="4" indent="-320039" algn="l">
              <a:spcBef>
                <a:spcPts val="1100"/>
              </a:spcBef>
              <a:spcAft>
                <a:spcPts val="0"/>
              </a:spcAft>
              <a:buSzPts val="1440"/>
              <a:buChar char="►"/>
              <a:defRPr/>
            </a:lvl5pPr>
            <a:lvl6pPr marL="2743200" lvl="5" indent="-320039" algn="l">
              <a:spcBef>
                <a:spcPts val="1102"/>
              </a:spcBef>
              <a:spcAft>
                <a:spcPts val="0"/>
              </a:spcAft>
              <a:buSzPts val="1440"/>
              <a:buChar char="►"/>
              <a:defRPr/>
            </a:lvl6pPr>
            <a:lvl7pPr marL="3200400" lvl="6" indent="-320039" algn="l">
              <a:spcBef>
                <a:spcPts val="1102"/>
              </a:spcBef>
              <a:spcAft>
                <a:spcPts val="0"/>
              </a:spcAft>
              <a:buSzPts val="1440"/>
              <a:buChar char="►"/>
              <a:defRPr/>
            </a:lvl7pPr>
            <a:lvl8pPr marL="3657600" lvl="7" indent="-320040" algn="l">
              <a:spcBef>
                <a:spcPts val="1102"/>
              </a:spcBef>
              <a:spcAft>
                <a:spcPts val="0"/>
              </a:spcAft>
              <a:buSzPts val="1440"/>
              <a:buChar char="►"/>
              <a:defRPr/>
            </a:lvl8pPr>
            <a:lvl9pPr marL="4114800" lvl="8" indent="-320040" algn="l">
              <a:spcBef>
                <a:spcPts val="1102"/>
              </a:spcBef>
              <a:spcAft>
                <a:spcPts val="0"/>
              </a:spcAft>
              <a:buSzPts val="1440"/>
              <a:buChar char="►"/>
              <a:defRPr/>
            </a:lvl9pPr>
          </a:lstStyle>
          <a:p>
            <a:endParaRPr/>
          </a:p>
        </p:txBody>
      </p:sp>
      <p:sp>
        <p:nvSpPr>
          <p:cNvPr id="68" name="Google Shape;68;p7"/>
          <p:cNvSpPr txBox="1">
            <a:spLocks noGrp="1"/>
          </p:cNvSpPr>
          <p:nvPr>
            <p:ph type="dt" idx="10"/>
          </p:nvPr>
        </p:nvSpPr>
        <p:spPr>
          <a:xfrm>
            <a:off x="5959475" y="6659562"/>
            <a:ext cx="754062" cy="401637"/>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9" name="Google Shape;69;p7"/>
          <p:cNvSpPr txBox="1">
            <a:spLocks noGrp="1"/>
          </p:cNvSpPr>
          <p:nvPr>
            <p:ph type="ftr" idx="11"/>
          </p:nvPr>
        </p:nvSpPr>
        <p:spPr>
          <a:xfrm>
            <a:off x="671512" y="6659562"/>
            <a:ext cx="5097462" cy="401637"/>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7"/>
          <p:cNvSpPr txBox="1">
            <a:spLocks noGrp="1"/>
          </p:cNvSpPr>
          <p:nvPr>
            <p:ph type="sldNum" idx="12"/>
          </p:nvPr>
        </p:nvSpPr>
        <p:spPr>
          <a:xfrm>
            <a:off x="7104062" y="6659562"/>
            <a:ext cx="565150" cy="401637"/>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1pPr>
            <a:lvl2pPr marL="0" marR="0" lvl="1" indent="0" algn="r">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2pPr>
            <a:lvl3pPr marL="0" marR="0" lvl="2" indent="0" algn="r">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3pPr>
            <a:lvl4pPr marL="0" marR="0" lvl="3" indent="0" algn="r">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4pPr>
            <a:lvl5pPr marL="0" marR="0" lvl="4" indent="0" algn="r">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5pPr>
            <a:lvl6pPr marL="0" marR="0" lvl="5" indent="0" algn="r">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6pPr>
            <a:lvl7pPr marL="0" marR="0" lvl="6" indent="0" algn="r">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7pPr>
            <a:lvl8pPr marL="0" marR="0" lvl="7" indent="0" algn="r">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8pPr>
            <a:lvl9pPr marL="0" marR="0" lvl="8" indent="0" algn="r">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rue or False">
  <p:cSld name="True or False">
    <p:spTree>
      <p:nvGrpSpPr>
        <p:cNvPr id="1" name="Shape 71"/>
        <p:cNvGrpSpPr/>
        <p:nvPr/>
      </p:nvGrpSpPr>
      <p:grpSpPr>
        <a:xfrm>
          <a:off x="0" y="0"/>
          <a:ext cx="0" cy="0"/>
          <a:chOff x="0" y="0"/>
          <a:chExt cx="0" cy="0"/>
        </a:xfrm>
      </p:grpSpPr>
      <p:sp>
        <p:nvSpPr>
          <p:cNvPr id="72" name="Google Shape;72;p8"/>
          <p:cNvSpPr txBox="1">
            <a:spLocks noGrp="1"/>
          </p:cNvSpPr>
          <p:nvPr>
            <p:ph type="title"/>
          </p:nvPr>
        </p:nvSpPr>
        <p:spPr>
          <a:xfrm>
            <a:off x="678930" y="671971"/>
            <a:ext cx="6991025" cy="3331857"/>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sz="4850" b="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8"/>
          <p:cNvSpPr txBox="1">
            <a:spLocks noGrp="1"/>
          </p:cNvSpPr>
          <p:nvPr>
            <p:ph type="body" idx="1"/>
          </p:nvPr>
        </p:nvSpPr>
        <p:spPr>
          <a:xfrm>
            <a:off x="672038" y="4423810"/>
            <a:ext cx="6997916" cy="566863"/>
          </a:xfrm>
          <a:prstGeom prst="rect">
            <a:avLst/>
          </a:prstGeom>
          <a:noFill/>
          <a:ln>
            <a:noFill/>
          </a:ln>
        </p:spPr>
        <p:txBody>
          <a:bodyPr spcFirstLastPara="1" wrap="square" lIns="91425" tIns="45700" rIns="91425" bIns="45700" anchor="b" anchorCtr="0">
            <a:noAutofit/>
          </a:bodyPr>
          <a:lstStyle>
            <a:lvl1pPr marL="457200" lvl="0" indent="-228600" algn="l">
              <a:spcBef>
                <a:spcPts val="1100"/>
              </a:spcBef>
              <a:spcAft>
                <a:spcPts val="0"/>
              </a:spcAft>
              <a:buSzPts val="2117"/>
              <a:buFont typeface="Trebuchet MS"/>
              <a:buNone/>
              <a:defRPr sz="2646">
                <a:solidFill>
                  <a:schemeClr val="accent1"/>
                </a:solidFill>
              </a:defRPr>
            </a:lvl1pPr>
            <a:lvl2pPr marL="914400" lvl="1" indent="-228600" algn="l">
              <a:spcBef>
                <a:spcPts val="1100"/>
              </a:spcBef>
              <a:spcAft>
                <a:spcPts val="0"/>
              </a:spcAft>
              <a:buSzPts val="1360"/>
              <a:buFont typeface="Trebuchet MS"/>
              <a:buNone/>
              <a:defRPr/>
            </a:lvl2pPr>
            <a:lvl3pPr marL="1371600" lvl="2" indent="-228600" algn="l">
              <a:spcBef>
                <a:spcPts val="1100"/>
              </a:spcBef>
              <a:spcAft>
                <a:spcPts val="0"/>
              </a:spcAft>
              <a:buSzPts val="1200"/>
              <a:buFont typeface="Trebuchet MS"/>
              <a:buNone/>
              <a:defRPr/>
            </a:lvl3pPr>
            <a:lvl4pPr marL="1828800" lvl="3" indent="-228600" algn="l">
              <a:spcBef>
                <a:spcPts val="1100"/>
              </a:spcBef>
              <a:spcAft>
                <a:spcPts val="0"/>
              </a:spcAft>
              <a:buSzPts val="1040"/>
              <a:buFont typeface="Trebuchet MS"/>
              <a:buNone/>
              <a:defRPr/>
            </a:lvl4pPr>
            <a:lvl5pPr marL="2286000" lvl="4" indent="-228600" algn="l">
              <a:spcBef>
                <a:spcPts val="1100"/>
              </a:spcBef>
              <a:spcAft>
                <a:spcPts val="0"/>
              </a:spcAft>
              <a:buSzPts val="1040"/>
              <a:buFont typeface="Trebuchet MS"/>
              <a:buNone/>
              <a:defRPr/>
            </a:lvl5pPr>
            <a:lvl6pPr marL="2743200" lvl="5" indent="-320039" algn="l">
              <a:spcBef>
                <a:spcPts val="1102"/>
              </a:spcBef>
              <a:spcAft>
                <a:spcPts val="0"/>
              </a:spcAft>
              <a:buSzPts val="1440"/>
              <a:buChar char="►"/>
              <a:defRPr/>
            </a:lvl6pPr>
            <a:lvl7pPr marL="3200400" lvl="6" indent="-320039" algn="l">
              <a:spcBef>
                <a:spcPts val="1102"/>
              </a:spcBef>
              <a:spcAft>
                <a:spcPts val="0"/>
              </a:spcAft>
              <a:buSzPts val="1440"/>
              <a:buChar char="►"/>
              <a:defRPr/>
            </a:lvl7pPr>
            <a:lvl8pPr marL="3657600" lvl="7" indent="-320040" algn="l">
              <a:spcBef>
                <a:spcPts val="1102"/>
              </a:spcBef>
              <a:spcAft>
                <a:spcPts val="0"/>
              </a:spcAft>
              <a:buSzPts val="1440"/>
              <a:buChar char="►"/>
              <a:defRPr/>
            </a:lvl8pPr>
            <a:lvl9pPr marL="4114800" lvl="8" indent="-320040" algn="l">
              <a:spcBef>
                <a:spcPts val="1102"/>
              </a:spcBef>
              <a:spcAft>
                <a:spcPts val="0"/>
              </a:spcAft>
              <a:buSzPts val="1440"/>
              <a:buChar char="►"/>
              <a:defRPr/>
            </a:lvl9pPr>
          </a:lstStyle>
          <a:p>
            <a:endParaRPr/>
          </a:p>
        </p:txBody>
      </p:sp>
      <p:sp>
        <p:nvSpPr>
          <p:cNvPr id="74" name="Google Shape;74;p8"/>
          <p:cNvSpPr txBox="1">
            <a:spLocks noGrp="1"/>
          </p:cNvSpPr>
          <p:nvPr>
            <p:ph type="body" idx="2"/>
          </p:nvPr>
        </p:nvSpPr>
        <p:spPr>
          <a:xfrm>
            <a:off x="672040" y="4990673"/>
            <a:ext cx="6997915" cy="1668810"/>
          </a:xfrm>
          <a:prstGeom prst="rect">
            <a:avLst/>
          </a:prstGeom>
          <a:noFill/>
          <a:ln>
            <a:noFill/>
          </a:ln>
        </p:spPr>
        <p:txBody>
          <a:bodyPr spcFirstLastPara="1" wrap="square" lIns="91425" tIns="45700" rIns="91425" bIns="45700" anchor="t" anchorCtr="0">
            <a:noAutofit/>
          </a:bodyPr>
          <a:lstStyle>
            <a:lvl1pPr marL="457200" lvl="0" indent="-228600" algn="l">
              <a:spcBef>
                <a:spcPts val="1100"/>
              </a:spcBef>
              <a:spcAft>
                <a:spcPts val="0"/>
              </a:spcAft>
              <a:buSzPts val="1587"/>
              <a:buNone/>
              <a:defRPr sz="1984">
                <a:solidFill>
                  <a:srgbClr val="7F7F7F"/>
                </a:solidFill>
              </a:defRPr>
            </a:lvl1pPr>
            <a:lvl2pPr marL="914400" lvl="1" indent="-228600" algn="l">
              <a:spcBef>
                <a:spcPts val="1100"/>
              </a:spcBef>
              <a:spcAft>
                <a:spcPts val="0"/>
              </a:spcAft>
              <a:buSzPts val="1587"/>
              <a:buNone/>
              <a:defRPr sz="1984">
                <a:solidFill>
                  <a:srgbClr val="888888"/>
                </a:solidFill>
              </a:defRPr>
            </a:lvl2pPr>
            <a:lvl3pPr marL="1371600" lvl="2" indent="-228600" algn="l">
              <a:spcBef>
                <a:spcPts val="1100"/>
              </a:spcBef>
              <a:spcAft>
                <a:spcPts val="0"/>
              </a:spcAft>
              <a:buSzPts val="1411"/>
              <a:buNone/>
              <a:defRPr sz="1764">
                <a:solidFill>
                  <a:srgbClr val="888888"/>
                </a:solidFill>
              </a:defRPr>
            </a:lvl3pPr>
            <a:lvl4pPr marL="1828800" lvl="3" indent="-228600" algn="l">
              <a:spcBef>
                <a:spcPts val="1100"/>
              </a:spcBef>
              <a:spcAft>
                <a:spcPts val="0"/>
              </a:spcAft>
              <a:buSzPts val="1234"/>
              <a:buNone/>
              <a:defRPr sz="1543">
                <a:solidFill>
                  <a:srgbClr val="888888"/>
                </a:solidFill>
              </a:defRPr>
            </a:lvl4pPr>
            <a:lvl5pPr marL="2286000" lvl="4" indent="-228600" algn="l">
              <a:spcBef>
                <a:spcPts val="1100"/>
              </a:spcBef>
              <a:spcAft>
                <a:spcPts val="0"/>
              </a:spcAft>
              <a:buSzPts val="1234"/>
              <a:buNone/>
              <a:defRPr sz="1543">
                <a:solidFill>
                  <a:srgbClr val="888888"/>
                </a:solidFill>
              </a:defRPr>
            </a:lvl5pPr>
            <a:lvl6pPr marL="2743200" lvl="5" indent="-228600" algn="l">
              <a:spcBef>
                <a:spcPts val="1102"/>
              </a:spcBef>
              <a:spcAft>
                <a:spcPts val="0"/>
              </a:spcAft>
              <a:buSzPts val="1234"/>
              <a:buNone/>
              <a:defRPr sz="1543">
                <a:solidFill>
                  <a:srgbClr val="888888"/>
                </a:solidFill>
              </a:defRPr>
            </a:lvl6pPr>
            <a:lvl7pPr marL="3200400" lvl="6" indent="-228600" algn="l">
              <a:spcBef>
                <a:spcPts val="1102"/>
              </a:spcBef>
              <a:spcAft>
                <a:spcPts val="0"/>
              </a:spcAft>
              <a:buSzPts val="1234"/>
              <a:buNone/>
              <a:defRPr sz="1543">
                <a:solidFill>
                  <a:srgbClr val="888888"/>
                </a:solidFill>
              </a:defRPr>
            </a:lvl7pPr>
            <a:lvl8pPr marL="3657600" lvl="7" indent="-228600" algn="l">
              <a:spcBef>
                <a:spcPts val="1102"/>
              </a:spcBef>
              <a:spcAft>
                <a:spcPts val="0"/>
              </a:spcAft>
              <a:buSzPts val="1234"/>
              <a:buNone/>
              <a:defRPr sz="1543">
                <a:solidFill>
                  <a:srgbClr val="888888"/>
                </a:solidFill>
              </a:defRPr>
            </a:lvl8pPr>
            <a:lvl9pPr marL="4114800" lvl="8" indent="-228600" algn="l">
              <a:spcBef>
                <a:spcPts val="1102"/>
              </a:spcBef>
              <a:spcAft>
                <a:spcPts val="0"/>
              </a:spcAft>
              <a:buSzPts val="1234"/>
              <a:buNone/>
              <a:defRPr sz="1543">
                <a:solidFill>
                  <a:srgbClr val="888888"/>
                </a:solidFill>
              </a:defRPr>
            </a:lvl9pPr>
          </a:lstStyle>
          <a:p>
            <a:endParaRPr/>
          </a:p>
        </p:txBody>
      </p:sp>
      <p:sp>
        <p:nvSpPr>
          <p:cNvPr id="75" name="Google Shape;75;p8"/>
          <p:cNvSpPr txBox="1">
            <a:spLocks noGrp="1"/>
          </p:cNvSpPr>
          <p:nvPr>
            <p:ph type="dt" idx="10"/>
          </p:nvPr>
        </p:nvSpPr>
        <p:spPr>
          <a:xfrm>
            <a:off x="5959475" y="6659562"/>
            <a:ext cx="754062" cy="401637"/>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8"/>
          <p:cNvSpPr txBox="1">
            <a:spLocks noGrp="1"/>
          </p:cNvSpPr>
          <p:nvPr>
            <p:ph type="ftr" idx="11"/>
          </p:nvPr>
        </p:nvSpPr>
        <p:spPr>
          <a:xfrm>
            <a:off x="671512" y="6659562"/>
            <a:ext cx="5097462" cy="401637"/>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8"/>
          <p:cNvSpPr txBox="1">
            <a:spLocks noGrp="1"/>
          </p:cNvSpPr>
          <p:nvPr>
            <p:ph type="sldNum" idx="12"/>
          </p:nvPr>
        </p:nvSpPr>
        <p:spPr>
          <a:xfrm>
            <a:off x="7104062" y="6659562"/>
            <a:ext cx="565150" cy="401637"/>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1pPr>
            <a:lvl2pPr marL="0" marR="0" lvl="1" indent="0" algn="r">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2pPr>
            <a:lvl3pPr marL="0" marR="0" lvl="2" indent="0" algn="r">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3pPr>
            <a:lvl4pPr marL="0" marR="0" lvl="3" indent="0" algn="r">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4pPr>
            <a:lvl5pPr marL="0" marR="0" lvl="4" indent="0" algn="r">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5pPr>
            <a:lvl6pPr marL="0" marR="0" lvl="5" indent="0" algn="r">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6pPr>
            <a:lvl7pPr marL="0" marR="0" lvl="6" indent="0" algn="r">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7pPr>
            <a:lvl8pPr marL="0" marR="0" lvl="7" indent="0" algn="r">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8pPr>
            <a:lvl9pPr marL="0" marR="0" lvl="8" indent="0" algn="r">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Name Card">
  <p:cSld name="Name Card">
    <p:spTree>
      <p:nvGrpSpPr>
        <p:cNvPr id="1" name="Shape 78"/>
        <p:cNvGrpSpPr/>
        <p:nvPr/>
      </p:nvGrpSpPr>
      <p:grpSpPr>
        <a:xfrm>
          <a:off x="0" y="0"/>
          <a:ext cx="0" cy="0"/>
          <a:chOff x="0" y="0"/>
          <a:chExt cx="0" cy="0"/>
        </a:xfrm>
      </p:grpSpPr>
      <p:sp>
        <p:nvSpPr>
          <p:cNvPr id="79" name="Google Shape;79;p9"/>
          <p:cNvSpPr txBox="1">
            <a:spLocks noGrp="1"/>
          </p:cNvSpPr>
          <p:nvPr>
            <p:ph type="title"/>
          </p:nvPr>
        </p:nvSpPr>
        <p:spPr>
          <a:xfrm>
            <a:off x="672040" y="2129659"/>
            <a:ext cx="6997915" cy="2861014"/>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sz="4850" b="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0" name="Google Shape;80;p9"/>
          <p:cNvSpPr txBox="1">
            <a:spLocks noGrp="1"/>
          </p:cNvSpPr>
          <p:nvPr>
            <p:ph type="body" idx="1"/>
          </p:nvPr>
        </p:nvSpPr>
        <p:spPr>
          <a:xfrm>
            <a:off x="672040" y="4990673"/>
            <a:ext cx="6997915" cy="1668810"/>
          </a:xfrm>
          <a:prstGeom prst="rect">
            <a:avLst/>
          </a:prstGeom>
          <a:noFill/>
          <a:ln>
            <a:noFill/>
          </a:ln>
        </p:spPr>
        <p:txBody>
          <a:bodyPr spcFirstLastPara="1" wrap="square" lIns="91425" tIns="45700" rIns="91425" bIns="45700" anchor="t" anchorCtr="0">
            <a:noAutofit/>
          </a:bodyPr>
          <a:lstStyle>
            <a:lvl1pPr marL="457200" lvl="0" indent="-228600" algn="l">
              <a:spcBef>
                <a:spcPts val="1100"/>
              </a:spcBef>
              <a:spcAft>
                <a:spcPts val="0"/>
              </a:spcAft>
              <a:buSzPts val="1587"/>
              <a:buNone/>
              <a:defRPr sz="1984">
                <a:solidFill>
                  <a:srgbClr val="3F3F3F"/>
                </a:solidFill>
              </a:defRPr>
            </a:lvl1pPr>
            <a:lvl2pPr marL="914400" lvl="1" indent="-228600" algn="l">
              <a:spcBef>
                <a:spcPts val="1100"/>
              </a:spcBef>
              <a:spcAft>
                <a:spcPts val="0"/>
              </a:spcAft>
              <a:buSzPts val="1587"/>
              <a:buNone/>
              <a:defRPr sz="1984">
                <a:solidFill>
                  <a:srgbClr val="888888"/>
                </a:solidFill>
              </a:defRPr>
            </a:lvl2pPr>
            <a:lvl3pPr marL="1371600" lvl="2" indent="-228600" algn="l">
              <a:spcBef>
                <a:spcPts val="1100"/>
              </a:spcBef>
              <a:spcAft>
                <a:spcPts val="0"/>
              </a:spcAft>
              <a:buSzPts val="1411"/>
              <a:buNone/>
              <a:defRPr sz="1764">
                <a:solidFill>
                  <a:srgbClr val="888888"/>
                </a:solidFill>
              </a:defRPr>
            </a:lvl3pPr>
            <a:lvl4pPr marL="1828800" lvl="3" indent="-228600" algn="l">
              <a:spcBef>
                <a:spcPts val="1100"/>
              </a:spcBef>
              <a:spcAft>
                <a:spcPts val="0"/>
              </a:spcAft>
              <a:buSzPts val="1234"/>
              <a:buNone/>
              <a:defRPr sz="1543">
                <a:solidFill>
                  <a:srgbClr val="888888"/>
                </a:solidFill>
              </a:defRPr>
            </a:lvl4pPr>
            <a:lvl5pPr marL="2286000" lvl="4" indent="-228600" algn="l">
              <a:spcBef>
                <a:spcPts val="1100"/>
              </a:spcBef>
              <a:spcAft>
                <a:spcPts val="0"/>
              </a:spcAft>
              <a:buSzPts val="1234"/>
              <a:buNone/>
              <a:defRPr sz="1543">
                <a:solidFill>
                  <a:srgbClr val="888888"/>
                </a:solidFill>
              </a:defRPr>
            </a:lvl5pPr>
            <a:lvl6pPr marL="2743200" lvl="5" indent="-228600" algn="l">
              <a:spcBef>
                <a:spcPts val="1102"/>
              </a:spcBef>
              <a:spcAft>
                <a:spcPts val="0"/>
              </a:spcAft>
              <a:buSzPts val="1234"/>
              <a:buNone/>
              <a:defRPr sz="1543">
                <a:solidFill>
                  <a:srgbClr val="888888"/>
                </a:solidFill>
              </a:defRPr>
            </a:lvl6pPr>
            <a:lvl7pPr marL="3200400" lvl="6" indent="-228600" algn="l">
              <a:spcBef>
                <a:spcPts val="1102"/>
              </a:spcBef>
              <a:spcAft>
                <a:spcPts val="0"/>
              </a:spcAft>
              <a:buSzPts val="1234"/>
              <a:buNone/>
              <a:defRPr sz="1543">
                <a:solidFill>
                  <a:srgbClr val="888888"/>
                </a:solidFill>
              </a:defRPr>
            </a:lvl7pPr>
            <a:lvl8pPr marL="3657600" lvl="7" indent="-228600" algn="l">
              <a:spcBef>
                <a:spcPts val="1102"/>
              </a:spcBef>
              <a:spcAft>
                <a:spcPts val="0"/>
              </a:spcAft>
              <a:buSzPts val="1234"/>
              <a:buNone/>
              <a:defRPr sz="1543">
                <a:solidFill>
                  <a:srgbClr val="888888"/>
                </a:solidFill>
              </a:defRPr>
            </a:lvl8pPr>
            <a:lvl9pPr marL="4114800" lvl="8" indent="-228600" algn="l">
              <a:spcBef>
                <a:spcPts val="1102"/>
              </a:spcBef>
              <a:spcAft>
                <a:spcPts val="0"/>
              </a:spcAft>
              <a:buSzPts val="1234"/>
              <a:buNone/>
              <a:defRPr sz="1543">
                <a:solidFill>
                  <a:srgbClr val="888888"/>
                </a:solidFill>
              </a:defRPr>
            </a:lvl9pPr>
          </a:lstStyle>
          <a:p>
            <a:endParaRPr/>
          </a:p>
        </p:txBody>
      </p:sp>
      <p:sp>
        <p:nvSpPr>
          <p:cNvPr id="81" name="Google Shape;81;p9"/>
          <p:cNvSpPr txBox="1">
            <a:spLocks noGrp="1"/>
          </p:cNvSpPr>
          <p:nvPr>
            <p:ph type="dt" idx="10"/>
          </p:nvPr>
        </p:nvSpPr>
        <p:spPr>
          <a:xfrm>
            <a:off x="5959475" y="6659562"/>
            <a:ext cx="754062" cy="401637"/>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2" name="Google Shape;82;p9"/>
          <p:cNvSpPr txBox="1">
            <a:spLocks noGrp="1"/>
          </p:cNvSpPr>
          <p:nvPr>
            <p:ph type="ftr" idx="11"/>
          </p:nvPr>
        </p:nvSpPr>
        <p:spPr>
          <a:xfrm>
            <a:off x="671512" y="6659562"/>
            <a:ext cx="5097462" cy="401637"/>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9"/>
          <p:cNvSpPr txBox="1">
            <a:spLocks noGrp="1"/>
          </p:cNvSpPr>
          <p:nvPr>
            <p:ph type="sldNum" idx="12"/>
          </p:nvPr>
        </p:nvSpPr>
        <p:spPr>
          <a:xfrm>
            <a:off x="7104062" y="6659562"/>
            <a:ext cx="565150" cy="401637"/>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1pPr>
            <a:lvl2pPr marL="0" marR="0" lvl="1" indent="0" algn="r">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2pPr>
            <a:lvl3pPr marL="0" marR="0" lvl="2" indent="0" algn="r">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3pPr>
            <a:lvl4pPr marL="0" marR="0" lvl="3" indent="0" algn="r">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4pPr>
            <a:lvl5pPr marL="0" marR="0" lvl="4" indent="0" algn="r">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5pPr>
            <a:lvl6pPr marL="0" marR="0" lvl="5" indent="0" algn="r">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6pPr>
            <a:lvl7pPr marL="0" marR="0" lvl="6" indent="0" algn="r">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7pPr>
            <a:lvl8pPr marL="0" marR="0" lvl="7" indent="0" algn="r">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8pPr>
            <a:lvl9pPr marL="0" marR="0" lvl="8" indent="0" algn="r">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nd Caption">
  <p:cSld name="Title and Caption">
    <p:spTree>
      <p:nvGrpSpPr>
        <p:cNvPr id="1" name="Shape 84"/>
        <p:cNvGrpSpPr/>
        <p:nvPr/>
      </p:nvGrpSpPr>
      <p:grpSpPr>
        <a:xfrm>
          <a:off x="0" y="0"/>
          <a:ext cx="0" cy="0"/>
          <a:chOff x="0" y="0"/>
          <a:chExt cx="0" cy="0"/>
        </a:xfrm>
      </p:grpSpPr>
      <p:sp>
        <p:nvSpPr>
          <p:cNvPr id="85" name="Google Shape;85;p10"/>
          <p:cNvSpPr txBox="1">
            <a:spLocks noGrp="1"/>
          </p:cNvSpPr>
          <p:nvPr>
            <p:ph type="title"/>
          </p:nvPr>
        </p:nvSpPr>
        <p:spPr>
          <a:xfrm>
            <a:off x="672042" y="671971"/>
            <a:ext cx="6997914" cy="3751839"/>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sz="4850" b="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6" name="Google Shape;86;p10"/>
          <p:cNvSpPr txBox="1">
            <a:spLocks noGrp="1"/>
          </p:cNvSpPr>
          <p:nvPr>
            <p:ph type="body" idx="1"/>
          </p:nvPr>
        </p:nvSpPr>
        <p:spPr>
          <a:xfrm>
            <a:off x="672042" y="4927788"/>
            <a:ext cx="6997914" cy="1731695"/>
          </a:xfrm>
          <a:prstGeom prst="rect">
            <a:avLst/>
          </a:prstGeom>
          <a:noFill/>
          <a:ln>
            <a:noFill/>
          </a:ln>
        </p:spPr>
        <p:txBody>
          <a:bodyPr spcFirstLastPara="1" wrap="square" lIns="91425" tIns="45700" rIns="91425" bIns="45700" anchor="ctr" anchorCtr="0">
            <a:noAutofit/>
          </a:bodyPr>
          <a:lstStyle>
            <a:lvl1pPr marL="457200" lvl="0" indent="-228600" algn="l">
              <a:spcBef>
                <a:spcPts val="1100"/>
              </a:spcBef>
              <a:spcAft>
                <a:spcPts val="0"/>
              </a:spcAft>
              <a:buSzPts val="1587"/>
              <a:buNone/>
              <a:defRPr sz="1984">
                <a:solidFill>
                  <a:srgbClr val="3F3F3F"/>
                </a:solidFill>
              </a:defRPr>
            </a:lvl1pPr>
            <a:lvl2pPr marL="914400" lvl="1" indent="-228600" algn="l">
              <a:spcBef>
                <a:spcPts val="1100"/>
              </a:spcBef>
              <a:spcAft>
                <a:spcPts val="0"/>
              </a:spcAft>
              <a:buSzPts val="1587"/>
              <a:buNone/>
              <a:defRPr sz="1984">
                <a:solidFill>
                  <a:srgbClr val="888888"/>
                </a:solidFill>
              </a:defRPr>
            </a:lvl2pPr>
            <a:lvl3pPr marL="1371600" lvl="2" indent="-228600" algn="l">
              <a:spcBef>
                <a:spcPts val="1100"/>
              </a:spcBef>
              <a:spcAft>
                <a:spcPts val="0"/>
              </a:spcAft>
              <a:buSzPts val="1411"/>
              <a:buNone/>
              <a:defRPr sz="1764">
                <a:solidFill>
                  <a:srgbClr val="888888"/>
                </a:solidFill>
              </a:defRPr>
            </a:lvl3pPr>
            <a:lvl4pPr marL="1828800" lvl="3" indent="-228600" algn="l">
              <a:spcBef>
                <a:spcPts val="1100"/>
              </a:spcBef>
              <a:spcAft>
                <a:spcPts val="0"/>
              </a:spcAft>
              <a:buSzPts val="1234"/>
              <a:buNone/>
              <a:defRPr sz="1543">
                <a:solidFill>
                  <a:srgbClr val="888888"/>
                </a:solidFill>
              </a:defRPr>
            </a:lvl4pPr>
            <a:lvl5pPr marL="2286000" lvl="4" indent="-228600" algn="l">
              <a:spcBef>
                <a:spcPts val="1100"/>
              </a:spcBef>
              <a:spcAft>
                <a:spcPts val="0"/>
              </a:spcAft>
              <a:buSzPts val="1234"/>
              <a:buNone/>
              <a:defRPr sz="1543">
                <a:solidFill>
                  <a:srgbClr val="888888"/>
                </a:solidFill>
              </a:defRPr>
            </a:lvl5pPr>
            <a:lvl6pPr marL="2743200" lvl="5" indent="-228600" algn="l">
              <a:spcBef>
                <a:spcPts val="1102"/>
              </a:spcBef>
              <a:spcAft>
                <a:spcPts val="0"/>
              </a:spcAft>
              <a:buSzPts val="1234"/>
              <a:buNone/>
              <a:defRPr sz="1543">
                <a:solidFill>
                  <a:srgbClr val="888888"/>
                </a:solidFill>
              </a:defRPr>
            </a:lvl6pPr>
            <a:lvl7pPr marL="3200400" lvl="6" indent="-228600" algn="l">
              <a:spcBef>
                <a:spcPts val="1102"/>
              </a:spcBef>
              <a:spcAft>
                <a:spcPts val="0"/>
              </a:spcAft>
              <a:buSzPts val="1234"/>
              <a:buNone/>
              <a:defRPr sz="1543">
                <a:solidFill>
                  <a:srgbClr val="888888"/>
                </a:solidFill>
              </a:defRPr>
            </a:lvl7pPr>
            <a:lvl8pPr marL="3657600" lvl="7" indent="-228600" algn="l">
              <a:spcBef>
                <a:spcPts val="1102"/>
              </a:spcBef>
              <a:spcAft>
                <a:spcPts val="0"/>
              </a:spcAft>
              <a:buSzPts val="1234"/>
              <a:buNone/>
              <a:defRPr sz="1543">
                <a:solidFill>
                  <a:srgbClr val="888888"/>
                </a:solidFill>
              </a:defRPr>
            </a:lvl8pPr>
            <a:lvl9pPr marL="4114800" lvl="8" indent="-228600" algn="l">
              <a:spcBef>
                <a:spcPts val="1102"/>
              </a:spcBef>
              <a:spcAft>
                <a:spcPts val="0"/>
              </a:spcAft>
              <a:buSzPts val="1234"/>
              <a:buNone/>
              <a:defRPr sz="1543">
                <a:solidFill>
                  <a:srgbClr val="888888"/>
                </a:solidFill>
              </a:defRPr>
            </a:lvl9pPr>
          </a:lstStyle>
          <a:p>
            <a:endParaRPr/>
          </a:p>
        </p:txBody>
      </p:sp>
      <p:sp>
        <p:nvSpPr>
          <p:cNvPr id="87" name="Google Shape;87;p10"/>
          <p:cNvSpPr txBox="1">
            <a:spLocks noGrp="1"/>
          </p:cNvSpPr>
          <p:nvPr>
            <p:ph type="dt" idx="10"/>
          </p:nvPr>
        </p:nvSpPr>
        <p:spPr>
          <a:xfrm>
            <a:off x="5959475" y="6659562"/>
            <a:ext cx="754062" cy="401637"/>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8" name="Google Shape;88;p10"/>
          <p:cNvSpPr txBox="1">
            <a:spLocks noGrp="1"/>
          </p:cNvSpPr>
          <p:nvPr>
            <p:ph type="ftr" idx="11"/>
          </p:nvPr>
        </p:nvSpPr>
        <p:spPr>
          <a:xfrm>
            <a:off x="671512" y="6659562"/>
            <a:ext cx="5097462" cy="401637"/>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9" name="Google Shape;89;p10"/>
          <p:cNvSpPr txBox="1">
            <a:spLocks noGrp="1"/>
          </p:cNvSpPr>
          <p:nvPr>
            <p:ph type="sldNum" idx="12"/>
          </p:nvPr>
        </p:nvSpPr>
        <p:spPr>
          <a:xfrm>
            <a:off x="7104062" y="6659562"/>
            <a:ext cx="565150" cy="401637"/>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1pPr>
            <a:lvl2pPr marL="0" marR="0" lvl="1" indent="0" algn="r">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2pPr>
            <a:lvl3pPr marL="0" marR="0" lvl="2" indent="0" algn="r">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3pPr>
            <a:lvl4pPr marL="0" marR="0" lvl="3" indent="0" algn="r">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4pPr>
            <a:lvl5pPr marL="0" marR="0" lvl="4" indent="0" algn="r">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5pPr>
            <a:lvl6pPr marL="0" marR="0" lvl="5" indent="0" algn="r">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6pPr>
            <a:lvl7pPr marL="0" marR="0" lvl="6" indent="0" algn="r">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7pPr>
            <a:lvl8pPr marL="0" marR="0" lvl="7" indent="0" algn="r">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8pPr>
            <a:lvl9pPr marL="0" marR="0" lvl="8" indent="0" algn="r">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90"/>
        <p:cNvGrpSpPr/>
        <p:nvPr/>
      </p:nvGrpSpPr>
      <p:grpSpPr>
        <a:xfrm>
          <a:off x="0" y="0"/>
          <a:ext cx="0" cy="0"/>
          <a:chOff x="0" y="0"/>
          <a:chExt cx="0" cy="0"/>
        </a:xfrm>
      </p:grpSpPr>
      <p:sp>
        <p:nvSpPr>
          <p:cNvPr id="91" name="Google Shape;91;p11"/>
          <p:cNvSpPr txBox="1">
            <a:spLocks noGrp="1"/>
          </p:cNvSpPr>
          <p:nvPr>
            <p:ph type="title"/>
          </p:nvPr>
        </p:nvSpPr>
        <p:spPr>
          <a:xfrm>
            <a:off x="672041" y="5291772"/>
            <a:ext cx="6997914" cy="624724"/>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sz="2646" b="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2" name="Google Shape;92;p11"/>
          <p:cNvSpPr>
            <a:spLocks noGrp="1"/>
          </p:cNvSpPr>
          <p:nvPr>
            <p:ph type="pic" idx="2"/>
          </p:nvPr>
        </p:nvSpPr>
        <p:spPr>
          <a:xfrm>
            <a:off x="672041" y="671971"/>
            <a:ext cx="6997914" cy="4239192"/>
          </a:xfrm>
          <a:prstGeom prst="rect">
            <a:avLst/>
          </a:prstGeom>
          <a:noFill/>
          <a:ln>
            <a:noFill/>
          </a:ln>
        </p:spPr>
      </p:sp>
      <p:sp>
        <p:nvSpPr>
          <p:cNvPr id="93" name="Google Shape;93;p11"/>
          <p:cNvSpPr txBox="1">
            <a:spLocks noGrp="1"/>
          </p:cNvSpPr>
          <p:nvPr>
            <p:ph type="body" idx="1"/>
          </p:nvPr>
        </p:nvSpPr>
        <p:spPr>
          <a:xfrm>
            <a:off x="672041" y="5916496"/>
            <a:ext cx="6997914" cy="742987"/>
          </a:xfrm>
          <a:prstGeom prst="rect">
            <a:avLst/>
          </a:prstGeom>
          <a:noFill/>
          <a:ln>
            <a:noFill/>
          </a:ln>
        </p:spPr>
        <p:txBody>
          <a:bodyPr spcFirstLastPara="1" wrap="square" lIns="91425" tIns="45700" rIns="91425" bIns="45700" anchor="t" anchorCtr="0">
            <a:noAutofit/>
          </a:bodyPr>
          <a:lstStyle>
            <a:lvl1pPr marL="457200" lvl="0" indent="-228600" algn="l">
              <a:spcBef>
                <a:spcPts val="1100"/>
              </a:spcBef>
              <a:spcAft>
                <a:spcPts val="0"/>
              </a:spcAft>
              <a:buSzPts val="1058"/>
              <a:buNone/>
              <a:defRPr sz="1323"/>
            </a:lvl1pPr>
            <a:lvl2pPr marL="914400" lvl="1" indent="-228600" algn="l">
              <a:spcBef>
                <a:spcPts val="1100"/>
              </a:spcBef>
              <a:spcAft>
                <a:spcPts val="0"/>
              </a:spcAft>
              <a:buSzPts val="1058"/>
              <a:buNone/>
              <a:defRPr sz="1323"/>
            </a:lvl2pPr>
            <a:lvl3pPr marL="1371600" lvl="2" indent="-228600" algn="l">
              <a:spcBef>
                <a:spcPts val="1100"/>
              </a:spcBef>
              <a:spcAft>
                <a:spcPts val="0"/>
              </a:spcAft>
              <a:buSzPts val="882"/>
              <a:buNone/>
              <a:defRPr sz="1102"/>
            </a:lvl3pPr>
            <a:lvl4pPr marL="1828800" lvl="3" indent="-228600" algn="l">
              <a:spcBef>
                <a:spcPts val="1100"/>
              </a:spcBef>
              <a:spcAft>
                <a:spcPts val="0"/>
              </a:spcAft>
              <a:buSzPts val="794"/>
              <a:buNone/>
              <a:defRPr sz="992"/>
            </a:lvl4pPr>
            <a:lvl5pPr marL="2286000" lvl="4" indent="-228600" algn="l">
              <a:spcBef>
                <a:spcPts val="1100"/>
              </a:spcBef>
              <a:spcAft>
                <a:spcPts val="0"/>
              </a:spcAft>
              <a:buSzPts val="794"/>
              <a:buNone/>
              <a:defRPr sz="992"/>
            </a:lvl5pPr>
            <a:lvl6pPr marL="2743200" lvl="5" indent="-228600" algn="l">
              <a:spcBef>
                <a:spcPts val="1102"/>
              </a:spcBef>
              <a:spcAft>
                <a:spcPts val="0"/>
              </a:spcAft>
              <a:buSzPts val="794"/>
              <a:buNone/>
              <a:defRPr sz="992"/>
            </a:lvl6pPr>
            <a:lvl7pPr marL="3200400" lvl="6" indent="-228600" algn="l">
              <a:spcBef>
                <a:spcPts val="1102"/>
              </a:spcBef>
              <a:spcAft>
                <a:spcPts val="0"/>
              </a:spcAft>
              <a:buSzPts val="794"/>
              <a:buNone/>
              <a:defRPr sz="992"/>
            </a:lvl7pPr>
            <a:lvl8pPr marL="3657600" lvl="7" indent="-228600" algn="l">
              <a:spcBef>
                <a:spcPts val="1102"/>
              </a:spcBef>
              <a:spcAft>
                <a:spcPts val="0"/>
              </a:spcAft>
              <a:buSzPts val="794"/>
              <a:buNone/>
              <a:defRPr sz="992"/>
            </a:lvl8pPr>
            <a:lvl9pPr marL="4114800" lvl="8" indent="-228600" algn="l">
              <a:spcBef>
                <a:spcPts val="1102"/>
              </a:spcBef>
              <a:spcAft>
                <a:spcPts val="0"/>
              </a:spcAft>
              <a:buSzPts val="794"/>
              <a:buNone/>
              <a:defRPr sz="992"/>
            </a:lvl9pPr>
          </a:lstStyle>
          <a:p>
            <a:endParaRPr/>
          </a:p>
        </p:txBody>
      </p:sp>
      <p:sp>
        <p:nvSpPr>
          <p:cNvPr id="94" name="Google Shape;94;p11"/>
          <p:cNvSpPr txBox="1">
            <a:spLocks noGrp="1"/>
          </p:cNvSpPr>
          <p:nvPr>
            <p:ph type="dt" idx="10"/>
          </p:nvPr>
        </p:nvSpPr>
        <p:spPr>
          <a:xfrm>
            <a:off x="5959475" y="6659562"/>
            <a:ext cx="754062" cy="401637"/>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5" name="Google Shape;95;p11"/>
          <p:cNvSpPr txBox="1">
            <a:spLocks noGrp="1"/>
          </p:cNvSpPr>
          <p:nvPr>
            <p:ph type="ftr" idx="11"/>
          </p:nvPr>
        </p:nvSpPr>
        <p:spPr>
          <a:xfrm>
            <a:off x="671512" y="6659562"/>
            <a:ext cx="5097462" cy="401637"/>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6" name="Google Shape;96;p11"/>
          <p:cNvSpPr txBox="1">
            <a:spLocks noGrp="1"/>
          </p:cNvSpPr>
          <p:nvPr>
            <p:ph type="sldNum" idx="12"/>
          </p:nvPr>
        </p:nvSpPr>
        <p:spPr>
          <a:xfrm>
            <a:off x="7104062" y="6659562"/>
            <a:ext cx="565150" cy="401637"/>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1pPr>
            <a:lvl2pPr marL="0" marR="0" lvl="1" indent="0" algn="r">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2pPr>
            <a:lvl3pPr marL="0" marR="0" lvl="2" indent="0" algn="r">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3pPr>
            <a:lvl4pPr marL="0" marR="0" lvl="3" indent="0" algn="r">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4pPr>
            <a:lvl5pPr marL="0" marR="0" lvl="4" indent="0" algn="r">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5pPr>
            <a:lvl6pPr marL="0" marR="0" lvl="5" indent="0" algn="r">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6pPr>
            <a:lvl7pPr marL="0" marR="0" lvl="6" indent="0" algn="r">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7pPr>
            <a:lvl8pPr marL="0" marR="0" lvl="7" indent="0" algn="r">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8pPr>
            <a:lvl9pPr marL="0" marR="0" lvl="8" indent="0" algn="r">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97"/>
        <p:cNvGrpSpPr/>
        <p:nvPr/>
      </p:nvGrpSpPr>
      <p:grpSpPr>
        <a:xfrm>
          <a:off x="0" y="0"/>
          <a:ext cx="0" cy="0"/>
          <a:chOff x="0" y="0"/>
          <a:chExt cx="0" cy="0"/>
        </a:xfrm>
      </p:grpSpPr>
      <p:sp>
        <p:nvSpPr>
          <p:cNvPr id="98" name="Google Shape;98;p12"/>
          <p:cNvSpPr txBox="1">
            <a:spLocks noGrp="1"/>
          </p:cNvSpPr>
          <p:nvPr>
            <p:ph type="title"/>
          </p:nvPr>
        </p:nvSpPr>
        <p:spPr>
          <a:xfrm>
            <a:off x="672041" y="1651933"/>
            <a:ext cx="3075982" cy="1409272"/>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sz="2205"/>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9" name="Google Shape;99;p12"/>
          <p:cNvSpPr txBox="1">
            <a:spLocks noGrp="1"/>
          </p:cNvSpPr>
          <p:nvPr>
            <p:ph type="body" idx="1"/>
          </p:nvPr>
        </p:nvSpPr>
        <p:spPr>
          <a:xfrm>
            <a:off x="3937083" y="567610"/>
            <a:ext cx="3732871" cy="6091873"/>
          </a:xfrm>
          <a:prstGeom prst="rect">
            <a:avLst/>
          </a:prstGeom>
          <a:noFill/>
          <a:ln>
            <a:noFill/>
          </a:ln>
        </p:spPr>
        <p:txBody>
          <a:bodyPr spcFirstLastPara="1" wrap="square" lIns="91425" tIns="45700" rIns="91425" bIns="45700" anchor="t" anchorCtr="0">
            <a:noAutofit/>
          </a:bodyPr>
          <a:lstStyle>
            <a:lvl1pPr marL="457200" lvl="0" indent="-320040" algn="l">
              <a:spcBef>
                <a:spcPts val="1100"/>
              </a:spcBef>
              <a:spcAft>
                <a:spcPts val="0"/>
              </a:spcAft>
              <a:buSzPts val="1440"/>
              <a:buChar char="►"/>
              <a:defRPr/>
            </a:lvl1pPr>
            <a:lvl2pPr marL="914400" lvl="1" indent="-320040" algn="l">
              <a:spcBef>
                <a:spcPts val="1100"/>
              </a:spcBef>
              <a:spcAft>
                <a:spcPts val="0"/>
              </a:spcAft>
              <a:buSzPts val="1440"/>
              <a:buChar char="►"/>
              <a:defRPr/>
            </a:lvl2pPr>
            <a:lvl3pPr marL="1371600" lvl="2" indent="-320039" algn="l">
              <a:spcBef>
                <a:spcPts val="1100"/>
              </a:spcBef>
              <a:spcAft>
                <a:spcPts val="0"/>
              </a:spcAft>
              <a:buSzPts val="1440"/>
              <a:buChar char="►"/>
              <a:defRPr/>
            </a:lvl3pPr>
            <a:lvl4pPr marL="1828800" lvl="3" indent="-320039" algn="l">
              <a:spcBef>
                <a:spcPts val="1100"/>
              </a:spcBef>
              <a:spcAft>
                <a:spcPts val="0"/>
              </a:spcAft>
              <a:buSzPts val="1440"/>
              <a:buChar char="►"/>
              <a:defRPr/>
            </a:lvl4pPr>
            <a:lvl5pPr marL="2286000" lvl="4" indent="-320039" algn="l">
              <a:spcBef>
                <a:spcPts val="1100"/>
              </a:spcBef>
              <a:spcAft>
                <a:spcPts val="0"/>
              </a:spcAft>
              <a:buSzPts val="1440"/>
              <a:buChar char="►"/>
              <a:defRPr/>
            </a:lvl5pPr>
            <a:lvl6pPr marL="2743200" lvl="5" indent="-320039" algn="l">
              <a:spcBef>
                <a:spcPts val="1102"/>
              </a:spcBef>
              <a:spcAft>
                <a:spcPts val="0"/>
              </a:spcAft>
              <a:buSzPts val="1440"/>
              <a:buChar char="►"/>
              <a:defRPr/>
            </a:lvl6pPr>
            <a:lvl7pPr marL="3200400" lvl="6" indent="-320039" algn="l">
              <a:spcBef>
                <a:spcPts val="1102"/>
              </a:spcBef>
              <a:spcAft>
                <a:spcPts val="0"/>
              </a:spcAft>
              <a:buSzPts val="1440"/>
              <a:buChar char="►"/>
              <a:defRPr/>
            </a:lvl7pPr>
            <a:lvl8pPr marL="3657600" lvl="7" indent="-320040" algn="l">
              <a:spcBef>
                <a:spcPts val="1102"/>
              </a:spcBef>
              <a:spcAft>
                <a:spcPts val="0"/>
              </a:spcAft>
              <a:buSzPts val="1440"/>
              <a:buChar char="►"/>
              <a:defRPr/>
            </a:lvl8pPr>
            <a:lvl9pPr marL="4114800" lvl="8" indent="-320040" algn="l">
              <a:spcBef>
                <a:spcPts val="1102"/>
              </a:spcBef>
              <a:spcAft>
                <a:spcPts val="0"/>
              </a:spcAft>
              <a:buSzPts val="1440"/>
              <a:buChar char="►"/>
              <a:defRPr/>
            </a:lvl9pPr>
          </a:lstStyle>
          <a:p>
            <a:endParaRPr/>
          </a:p>
        </p:txBody>
      </p:sp>
      <p:sp>
        <p:nvSpPr>
          <p:cNvPr id="100" name="Google Shape;100;p12"/>
          <p:cNvSpPr txBox="1">
            <a:spLocks noGrp="1"/>
          </p:cNvSpPr>
          <p:nvPr>
            <p:ph type="body" idx="2"/>
          </p:nvPr>
        </p:nvSpPr>
        <p:spPr>
          <a:xfrm>
            <a:off x="672041" y="3061205"/>
            <a:ext cx="3075982" cy="2848876"/>
          </a:xfrm>
          <a:prstGeom prst="rect">
            <a:avLst/>
          </a:prstGeom>
          <a:noFill/>
          <a:ln>
            <a:noFill/>
          </a:ln>
        </p:spPr>
        <p:txBody>
          <a:bodyPr spcFirstLastPara="1" wrap="square" lIns="91425" tIns="45700" rIns="91425" bIns="45700" anchor="t" anchorCtr="0">
            <a:noAutofit/>
          </a:bodyPr>
          <a:lstStyle>
            <a:lvl1pPr marL="457200" lvl="0" indent="-228600" algn="l">
              <a:spcBef>
                <a:spcPts val="1100"/>
              </a:spcBef>
              <a:spcAft>
                <a:spcPts val="0"/>
              </a:spcAft>
              <a:buSzPts val="1234"/>
              <a:buNone/>
              <a:defRPr sz="1543"/>
            </a:lvl1pPr>
            <a:lvl2pPr marL="914400" lvl="1" indent="-228600" algn="l">
              <a:spcBef>
                <a:spcPts val="1100"/>
              </a:spcBef>
              <a:spcAft>
                <a:spcPts val="0"/>
              </a:spcAft>
              <a:buSzPts val="926"/>
              <a:buNone/>
              <a:defRPr sz="1157"/>
            </a:lvl2pPr>
            <a:lvl3pPr marL="1371600" lvl="2" indent="-228600" algn="l">
              <a:spcBef>
                <a:spcPts val="1100"/>
              </a:spcBef>
              <a:spcAft>
                <a:spcPts val="0"/>
              </a:spcAft>
              <a:buSzPts val="794"/>
              <a:buNone/>
              <a:defRPr sz="992"/>
            </a:lvl3pPr>
            <a:lvl4pPr marL="1828800" lvl="3" indent="-228600" algn="l">
              <a:spcBef>
                <a:spcPts val="1100"/>
              </a:spcBef>
              <a:spcAft>
                <a:spcPts val="0"/>
              </a:spcAft>
              <a:buSzPts val="662"/>
              <a:buNone/>
              <a:defRPr sz="827"/>
            </a:lvl4pPr>
            <a:lvl5pPr marL="2286000" lvl="4" indent="-228600" algn="l">
              <a:spcBef>
                <a:spcPts val="1100"/>
              </a:spcBef>
              <a:spcAft>
                <a:spcPts val="0"/>
              </a:spcAft>
              <a:buSzPts val="662"/>
              <a:buNone/>
              <a:defRPr sz="827"/>
            </a:lvl5pPr>
            <a:lvl6pPr marL="2743200" lvl="5" indent="-228600" algn="l">
              <a:spcBef>
                <a:spcPts val="1102"/>
              </a:spcBef>
              <a:spcAft>
                <a:spcPts val="0"/>
              </a:spcAft>
              <a:buSzPts val="662"/>
              <a:buNone/>
              <a:defRPr sz="827"/>
            </a:lvl6pPr>
            <a:lvl7pPr marL="3200400" lvl="6" indent="-228600" algn="l">
              <a:spcBef>
                <a:spcPts val="1102"/>
              </a:spcBef>
              <a:spcAft>
                <a:spcPts val="0"/>
              </a:spcAft>
              <a:buSzPts val="662"/>
              <a:buNone/>
              <a:defRPr sz="827"/>
            </a:lvl7pPr>
            <a:lvl8pPr marL="3657600" lvl="7" indent="-228600" algn="l">
              <a:spcBef>
                <a:spcPts val="1102"/>
              </a:spcBef>
              <a:spcAft>
                <a:spcPts val="0"/>
              </a:spcAft>
              <a:buSzPts val="662"/>
              <a:buNone/>
              <a:defRPr sz="827"/>
            </a:lvl8pPr>
            <a:lvl9pPr marL="4114800" lvl="8" indent="-228600" algn="l">
              <a:spcBef>
                <a:spcPts val="1102"/>
              </a:spcBef>
              <a:spcAft>
                <a:spcPts val="0"/>
              </a:spcAft>
              <a:buSzPts val="662"/>
              <a:buNone/>
              <a:defRPr sz="827"/>
            </a:lvl9pPr>
          </a:lstStyle>
          <a:p>
            <a:endParaRPr/>
          </a:p>
        </p:txBody>
      </p:sp>
      <p:sp>
        <p:nvSpPr>
          <p:cNvPr id="101" name="Google Shape;101;p12"/>
          <p:cNvSpPr txBox="1">
            <a:spLocks noGrp="1"/>
          </p:cNvSpPr>
          <p:nvPr>
            <p:ph type="dt" idx="10"/>
          </p:nvPr>
        </p:nvSpPr>
        <p:spPr>
          <a:xfrm>
            <a:off x="5959475" y="6659562"/>
            <a:ext cx="754062" cy="401637"/>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2" name="Google Shape;102;p12"/>
          <p:cNvSpPr txBox="1">
            <a:spLocks noGrp="1"/>
          </p:cNvSpPr>
          <p:nvPr>
            <p:ph type="ftr" idx="11"/>
          </p:nvPr>
        </p:nvSpPr>
        <p:spPr>
          <a:xfrm>
            <a:off x="671512" y="6659562"/>
            <a:ext cx="5097462" cy="401637"/>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3" name="Google Shape;103;p12"/>
          <p:cNvSpPr txBox="1">
            <a:spLocks noGrp="1"/>
          </p:cNvSpPr>
          <p:nvPr>
            <p:ph type="sldNum" idx="12"/>
          </p:nvPr>
        </p:nvSpPr>
        <p:spPr>
          <a:xfrm>
            <a:off x="7104062" y="6659562"/>
            <a:ext cx="565150" cy="401637"/>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1pPr>
            <a:lvl2pPr marL="0" marR="0" lvl="1" indent="0" algn="r">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2pPr>
            <a:lvl3pPr marL="0" marR="0" lvl="2" indent="0" algn="r">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3pPr>
            <a:lvl4pPr marL="0" marR="0" lvl="3" indent="0" algn="r">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4pPr>
            <a:lvl5pPr marL="0" marR="0" lvl="4" indent="0" algn="r">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5pPr>
            <a:lvl6pPr marL="0" marR="0" lvl="5" indent="0" algn="r">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6pPr>
            <a:lvl7pPr marL="0" marR="0" lvl="6" indent="0" algn="r">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7pPr>
            <a:lvl8pPr marL="0" marR="0" lvl="7" indent="0" algn="r">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8pPr>
            <a:lvl9pPr marL="0" marR="0" lvl="8" indent="0" algn="r">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04"/>
        <p:cNvGrpSpPr/>
        <p:nvPr/>
      </p:nvGrpSpPr>
      <p:grpSpPr>
        <a:xfrm>
          <a:off x="0" y="0"/>
          <a:ext cx="0" cy="0"/>
          <a:chOff x="0" y="0"/>
          <a:chExt cx="0" cy="0"/>
        </a:xfrm>
      </p:grpSpPr>
      <p:sp>
        <p:nvSpPr>
          <p:cNvPr id="105" name="Google Shape;105;p13"/>
          <p:cNvSpPr txBox="1">
            <a:spLocks noGrp="1"/>
          </p:cNvSpPr>
          <p:nvPr>
            <p:ph type="title"/>
          </p:nvPr>
        </p:nvSpPr>
        <p:spPr>
          <a:xfrm>
            <a:off x="672041" y="671971"/>
            <a:ext cx="6997914" cy="1455937"/>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6" name="Google Shape;106;p13"/>
          <p:cNvSpPr txBox="1">
            <a:spLocks noGrp="1"/>
          </p:cNvSpPr>
          <p:nvPr>
            <p:ph type="dt" idx="10"/>
          </p:nvPr>
        </p:nvSpPr>
        <p:spPr>
          <a:xfrm>
            <a:off x="5959475" y="6659562"/>
            <a:ext cx="754062" cy="401637"/>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7" name="Google Shape;107;p13"/>
          <p:cNvSpPr txBox="1">
            <a:spLocks noGrp="1"/>
          </p:cNvSpPr>
          <p:nvPr>
            <p:ph type="ftr" idx="11"/>
          </p:nvPr>
        </p:nvSpPr>
        <p:spPr>
          <a:xfrm>
            <a:off x="671512" y="6659562"/>
            <a:ext cx="5097462" cy="401637"/>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8" name="Google Shape;108;p13"/>
          <p:cNvSpPr txBox="1">
            <a:spLocks noGrp="1"/>
          </p:cNvSpPr>
          <p:nvPr>
            <p:ph type="sldNum" idx="12"/>
          </p:nvPr>
        </p:nvSpPr>
        <p:spPr>
          <a:xfrm>
            <a:off x="7104062" y="6659562"/>
            <a:ext cx="565150" cy="401637"/>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1pPr>
            <a:lvl2pPr marL="0" marR="0" lvl="1" indent="0" algn="r">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2pPr>
            <a:lvl3pPr marL="0" marR="0" lvl="2" indent="0" algn="r">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3pPr>
            <a:lvl4pPr marL="0" marR="0" lvl="3" indent="0" algn="r">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4pPr>
            <a:lvl5pPr marL="0" marR="0" lvl="4" indent="0" algn="r">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5pPr>
            <a:lvl6pPr marL="0" marR="0" lvl="5" indent="0" algn="r">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6pPr>
            <a:lvl7pPr marL="0" marR="0" lvl="6" indent="0" algn="r">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7pPr>
            <a:lvl8pPr marL="0" marR="0" lvl="7" indent="0" algn="r">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8pPr>
            <a:lvl9pPr marL="0" marR="0" lvl="8" indent="0" algn="r">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109"/>
        <p:cNvGrpSpPr/>
        <p:nvPr/>
      </p:nvGrpSpPr>
      <p:grpSpPr>
        <a:xfrm>
          <a:off x="0" y="0"/>
          <a:ext cx="0" cy="0"/>
          <a:chOff x="0" y="0"/>
          <a:chExt cx="0" cy="0"/>
        </a:xfrm>
      </p:grpSpPr>
      <p:sp>
        <p:nvSpPr>
          <p:cNvPr id="110" name="Google Shape;110;p14"/>
          <p:cNvSpPr txBox="1">
            <a:spLocks noGrp="1"/>
          </p:cNvSpPr>
          <p:nvPr>
            <p:ph type="title"/>
          </p:nvPr>
        </p:nvSpPr>
        <p:spPr>
          <a:xfrm>
            <a:off x="672041" y="671971"/>
            <a:ext cx="6997913" cy="1455937"/>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1" name="Google Shape;111;p14"/>
          <p:cNvSpPr txBox="1">
            <a:spLocks noGrp="1"/>
          </p:cNvSpPr>
          <p:nvPr>
            <p:ph type="body" idx="1"/>
          </p:nvPr>
        </p:nvSpPr>
        <p:spPr>
          <a:xfrm>
            <a:off x="672041" y="2382084"/>
            <a:ext cx="3407251" cy="635222"/>
          </a:xfrm>
          <a:prstGeom prst="rect">
            <a:avLst/>
          </a:prstGeom>
          <a:noFill/>
          <a:ln>
            <a:noFill/>
          </a:ln>
        </p:spPr>
        <p:txBody>
          <a:bodyPr spcFirstLastPara="1" wrap="square" lIns="91425" tIns="45700" rIns="91425" bIns="45700" anchor="b" anchorCtr="0">
            <a:noAutofit/>
          </a:bodyPr>
          <a:lstStyle>
            <a:lvl1pPr marL="457200" lvl="0" indent="-228600" algn="l">
              <a:spcBef>
                <a:spcPts val="1100"/>
              </a:spcBef>
              <a:spcAft>
                <a:spcPts val="0"/>
              </a:spcAft>
              <a:buSzPts val="2117"/>
              <a:buNone/>
              <a:defRPr sz="2646" b="0"/>
            </a:lvl1pPr>
            <a:lvl2pPr marL="914400" lvl="1" indent="-228600" algn="l">
              <a:spcBef>
                <a:spcPts val="1100"/>
              </a:spcBef>
              <a:spcAft>
                <a:spcPts val="0"/>
              </a:spcAft>
              <a:buSzPts val="1764"/>
              <a:buNone/>
              <a:defRPr sz="2205" b="1"/>
            </a:lvl2pPr>
            <a:lvl3pPr marL="1371600" lvl="2" indent="-228600" algn="l">
              <a:spcBef>
                <a:spcPts val="1100"/>
              </a:spcBef>
              <a:spcAft>
                <a:spcPts val="0"/>
              </a:spcAft>
              <a:buSzPts val="1587"/>
              <a:buNone/>
              <a:defRPr sz="1984" b="1"/>
            </a:lvl3pPr>
            <a:lvl4pPr marL="1828800" lvl="3" indent="-228600" algn="l">
              <a:spcBef>
                <a:spcPts val="1100"/>
              </a:spcBef>
              <a:spcAft>
                <a:spcPts val="0"/>
              </a:spcAft>
              <a:buSzPts val="1411"/>
              <a:buNone/>
              <a:defRPr sz="1764" b="1"/>
            </a:lvl4pPr>
            <a:lvl5pPr marL="2286000" lvl="4" indent="-228600" algn="l">
              <a:spcBef>
                <a:spcPts val="1100"/>
              </a:spcBef>
              <a:spcAft>
                <a:spcPts val="0"/>
              </a:spcAft>
              <a:buSzPts val="1411"/>
              <a:buNone/>
              <a:defRPr sz="1764" b="1"/>
            </a:lvl5pPr>
            <a:lvl6pPr marL="2743200" lvl="5" indent="-228600" algn="l">
              <a:spcBef>
                <a:spcPts val="1102"/>
              </a:spcBef>
              <a:spcAft>
                <a:spcPts val="0"/>
              </a:spcAft>
              <a:buSzPts val="1411"/>
              <a:buNone/>
              <a:defRPr sz="1764" b="1"/>
            </a:lvl6pPr>
            <a:lvl7pPr marL="3200400" lvl="6" indent="-228600" algn="l">
              <a:spcBef>
                <a:spcPts val="1102"/>
              </a:spcBef>
              <a:spcAft>
                <a:spcPts val="0"/>
              </a:spcAft>
              <a:buSzPts val="1411"/>
              <a:buNone/>
              <a:defRPr sz="1764" b="1"/>
            </a:lvl7pPr>
            <a:lvl8pPr marL="3657600" lvl="7" indent="-228600" algn="l">
              <a:spcBef>
                <a:spcPts val="1102"/>
              </a:spcBef>
              <a:spcAft>
                <a:spcPts val="0"/>
              </a:spcAft>
              <a:buSzPts val="1411"/>
              <a:buNone/>
              <a:defRPr sz="1764" b="1"/>
            </a:lvl8pPr>
            <a:lvl9pPr marL="4114800" lvl="8" indent="-228600" algn="l">
              <a:spcBef>
                <a:spcPts val="1102"/>
              </a:spcBef>
              <a:spcAft>
                <a:spcPts val="0"/>
              </a:spcAft>
              <a:buSzPts val="1411"/>
              <a:buNone/>
              <a:defRPr sz="1764" b="1"/>
            </a:lvl9pPr>
          </a:lstStyle>
          <a:p>
            <a:endParaRPr/>
          </a:p>
        </p:txBody>
      </p:sp>
      <p:sp>
        <p:nvSpPr>
          <p:cNvPr id="112" name="Google Shape;112;p14"/>
          <p:cNvSpPr txBox="1">
            <a:spLocks noGrp="1"/>
          </p:cNvSpPr>
          <p:nvPr>
            <p:ph type="body" idx="2"/>
          </p:nvPr>
        </p:nvSpPr>
        <p:spPr>
          <a:xfrm>
            <a:off x="672041" y="3017307"/>
            <a:ext cx="3407251" cy="3642177"/>
          </a:xfrm>
          <a:prstGeom prst="rect">
            <a:avLst/>
          </a:prstGeom>
          <a:noFill/>
          <a:ln>
            <a:noFill/>
          </a:ln>
        </p:spPr>
        <p:txBody>
          <a:bodyPr spcFirstLastPara="1" wrap="square" lIns="91425" tIns="45700" rIns="91425" bIns="45700" anchor="t" anchorCtr="0">
            <a:noAutofit/>
          </a:bodyPr>
          <a:lstStyle>
            <a:lvl1pPr marL="457200" lvl="0" indent="-320040" algn="l">
              <a:spcBef>
                <a:spcPts val="1100"/>
              </a:spcBef>
              <a:spcAft>
                <a:spcPts val="0"/>
              </a:spcAft>
              <a:buSzPts val="1440"/>
              <a:buChar char="►"/>
              <a:defRPr/>
            </a:lvl1pPr>
            <a:lvl2pPr marL="914400" lvl="1" indent="-320040" algn="l">
              <a:spcBef>
                <a:spcPts val="1100"/>
              </a:spcBef>
              <a:spcAft>
                <a:spcPts val="0"/>
              </a:spcAft>
              <a:buSzPts val="1440"/>
              <a:buChar char="►"/>
              <a:defRPr/>
            </a:lvl2pPr>
            <a:lvl3pPr marL="1371600" lvl="2" indent="-320039" algn="l">
              <a:spcBef>
                <a:spcPts val="1100"/>
              </a:spcBef>
              <a:spcAft>
                <a:spcPts val="0"/>
              </a:spcAft>
              <a:buSzPts val="1440"/>
              <a:buChar char="►"/>
              <a:defRPr/>
            </a:lvl3pPr>
            <a:lvl4pPr marL="1828800" lvl="3" indent="-320039" algn="l">
              <a:spcBef>
                <a:spcPts val="1100"/>
              </a:spcBef>
              <a:spcAft>
                <a:spcPts val="0"/>
              </a:spcAft>
              <a:buSzPts val="1440"/>
              <a:buChar char="►"/>
              <a:defRPr/>
            </a:lvl4pPr>
            <a:lvl5pPr marL="2286000" lvl="4" indent="-320039" algn="l">
              <a:spcBef>
                <a:spcPts val="1100"/>
              </a:spcBef>
              <a:spcAft>
                <a:spcPts val="0"/>
              </a:spcAft>
              <a:buSzPts val="1440"/>
              <a:buChar char="►"/>
              <a:defRPr/>
            </a:lvl5pPr>
            <a:lvl6pPr marL="2743200" lvl="5" indent="-320039" algn="l">
              <a:spcBef>
                <a:spcPts val="1102"/>
              </a:spcBef>
              <a:spcAft>
                <a:spcPts val="0"/>
              </a:spcAft>
              <a:buSzPts val="1440"/>
              <a:buChar char="►"/>
              <a:defRPr/>
            </a:lvl6pPr>
            <a:lvl7pPr marL="3200400" lvl="6" indent="-320039" algn="l">
              <a:spcBef>
                <a:spcPts val="1102"/>
              </a:spcBef>
              <a:spcAft>
                <a:spcPts val="0"/>
              </a:spcAft>
              <a:buSzPts val="1440"/>
              <a:buChar char="►"/>
              <a:defRPr/>
            </a:lvl7pPr>
            <a:lvl8pPr marL="3657600" lvl="7" indent="-320040" algn="l">
              <a:spcBef>
                <a:spcPts val="1102"/>
              </a:spcBef>
              <a:spcAft>
                <a:spcPts val="0"/>
              </a:spcAft>
              <a:buSzPts val="1440"/>
              <a:buChar char="►"/>
              <a:defRPr/>
            </a:lvl8pPr>
            <a:lvl9pPr marL="4114800" lvl="8" indent="-320040" algn="l">
              <a:spcBef>
                <a:spcPts val="1102"/>
              </a:spcBef>
              <a:spcAft>
                <a:spcPts val="0"/>
              </a:spcAft>
              <a:buSzPts val="1440"/>
              <a:buChar char="►"/>
              <a:defRPr/>
            </a:lvl9pPr>
          </a:lstStyle>
          <a:p>
            <a:endParaRPr/>
          </a:p>
        </p:txBody>
      </p:sp>
      <p:sp>
        <p:nvSpPr>
          <p:cNvPr id="113" name="Google Shape;113;p14"/>
          <p:cNvSpPr txBox="1">
            <a:spLocks noGrp="1"/>
          </p:cNvSpPr>
          <p:nvPr>
            <p:ph type="body" idx="3"/>
          </p:nvPr>
        </p:nvSpPr>
        <p:spPr>
          <a:xfrm>
            <a:off x="4262702" y="2382084"/>
            <a:ext cx="3407251" cy="635222"/>
          </a:xfrm>
          <a:prstGeom prst="rect">
            <a:avLst/>
          </a:prstGeom>
          <a:noFill/>
          <a:ln>
            <a:noFill/>
          </a:ln>
        </p:spPr>
        <p:txBody>
          <a:bodyPr spcFirstLastPara="1" wrap="square" lIns="91425" tIns="45700" rIns="91425" bIns="45700" anchor="b" anchorCtr="0">
            <a:noAutofit/>
          </a:bodyPr>
          <a:lstStyle>
            <a:lvl1pPr marL="457200" lvl="0" indent="-228600" algn="l">
              <a:spcBef>
                <a:spcPts val="1100"/>
              </a:spcBef>
              <a:spcAft>
                <a:spcPts val="0"/>
              </a:spcAft>
              <a:buSzPts val="2117"/>
              <a:buNone/>
              <a:defRPr sz="2646" b="0"/>
            </a:lvl1pPr>
            <a:lvl2pPr marL="914400" lvl="1" indent="-228600" algn="l">
              <a:spcBef>
                <a:spcPts val="1100"/>
              </a:spcBef>
              <a:spcAft>
                <a:spcPts val="0"/>
              </a:spcAft>
              <a:buSzPts val="1764"/>
              <a:buNone/>
              <a:defRPr sz="2205" b="1"/>
            </a:lvl2pPr>
            <a:lvl3pPr marL="1371600" lvl="2" indent="-228600" algn="l">
              <a:spcBef>
                <a:spcPts val="1100"/>
              </a:spcBef>
              <a:spcAft>
                <a:spcPts val="0"/>
              </a:spcAft>
              <a:buSzPts val="1587"/>
              <a:buNone/>
              <a:defRPr sz="1984" b="1"/>
            </a:lvl3pPr>
            <a:lvl4pPr marL="1828800" lvl="3" indent="-228600" algn="l">
              <a:spcBef>
                <a:spcPts val="1100"/>
              </a:spcBef>
              <a:spcAft>
                <a:spcPts val="0"/>
              </a:spcAft>
              <a:buSzPts val="1411"/>
              <a:buNone/>
              <a:defRPr sz="1764" b="1"/>
            </a:lvl4pPr>
            <a:lvl5pPr marL="2286000" lvl="4" indent="-228600" algn="l">
              <a:spcBef>
                <a:spcPts val="1100"/>
              </a:spcBef>
              <a:spcAft>
                <a:spcPts val="0"/>
              </a:spcAft>
              <a:buSzPts val="1411"/>
              <a:buNone/>
              <a:defRPr sz="1764" b="1"/>
            </a:lvl5pPr>
            <a:lvl6pPr marL="2743200" lvl="5" indent="-228600" algn="l">
              <a:spcBef>
                <a:spcPts val="1102"/>
              </a:spcBef>
              <a:spcAft>
                <a:spcPts val="0"/>
              </a:spcAft>
              <a:buSzPts val="1411"/>
              <a:buNone/>
              <a:defRPr sz="1764" b="1"/>
            </a:lvl6pPr>
            <a:lvl7pPr marL="3200400" lvl="6" indent="-228600" algn="l">
              <a:spcBef>
                <a:spcPts val="1102"/>
              </a:spcBef>
              <a:spcAft>
                <a:spcPts val="0"/>
              </a:spcAft>
              <a:buSzPts val="1411"/>
              <a:buNone/>
              <a:defRPr sz="1764" b="1"/>
            </a:lvl7pPr>
            <a:lvl8pPr marL="3657600" lvl="7" indent="-228600" algn="l">
              <a:spcBef>
                <a:spcPts val="1102"/>
              </a:spcBef>
              <a:spcAft>
                <a:spcPts val="0"/>
              </a:spcAft>
              <a:buSzPts val="1411"/>
              <a:buNone/>
              <a:defRPr sz="1764" b="1"/>
            </a:lvl8pPr>
            <a:lvl9pPr marL="4114800" lvl="8" indent="-228600" algn="l">
              <a:spcBef>
                <a:spcPts val="1102"/>
              </a:spcBef>
              <a:spcAft>
                <a:spcPts val="0"/>
              </a:spcAft>
              <a:buSzPts val="1411"/>
              <a:buNone/>
              <a:defRPr sz="1764" b="1"/>
            </a:lvl9pPr>
          </a:lstStyle>
          <a:p>
            <a:endParaRPr/>
          </a:p>
        </p:txBody>
      </p:sp>
      <p:sp>
        <p:nvSpPr>
          <p:cNvPr id="114" name="Google Shape;114;p14"/>
          <p:cNvSpPr txBox="1">
            <a:spLocks noGrp="1"/>
          </p:cNvSpPr>
          <p:nvPr>
            <p:ph type="body" idx="4"/>
          </p:nvPr>
        </p:nvSpPr>
        <p:spPr>
          <a:xfrm>
            <a:off x="4262702" y="3017307"/>
            <a:ext cx="3407251" cy="3642177"/>
          </a:xfrm>
          <a:prstGeom prst="rect">
            <a:avLst/>
          </a:prstGeom>
          <a:noFill/>
          <a:ln>
            <a:noFill/>
          </a:ln>
        </p:spPr>
        <p:txBody>
          <a:bodyPr spcFirstLastPara="1" wrap="square" lIns="91425" tIns="45700" rIns="91425" bIns="45700" anchor="t" anchorCtr="0">
            <a:noAutofit/>
          </a:bodyPr>
          <a:lstStyle>
            <a:lvl1pPr marL="457200" lvl="0" indent="-320040" algn="l">
              <a:spcBef>
                <a:spcPts val="1100"/>
              </a:spcBef>
              <a:spcAft>
                <a:spcPts val="0"/>
              </a:spcAft>
              <a:buSzPts val="1440"/>
              <a:buChar char="►"/>
              <a:defRPr/>
            </a:lvl1pPr>
            <a:lvl2pPr marL="914400" lvl="1" indent="-320040" algn="l">
              <a:spcBef>
                <a:spcPts val="1100"/>
              </a:spcBef>
              <a:spcAft>
                <a:spcPts val="0"/>
              </a:spcAft>
              <a:buSzPts val="1440"/>
              <a:buChar char="►"/>
              <a:defRPr/>
            </a:lvl2pPr>
            <a:lvl3pPr marL="1371600" lvl="2" indent="-320039" algn="l">
              <a:spcBef>
                <a:spcPts val="1100"/>
              </a:spcBef>
              <a:spcAft>
                <a:spcPts val="0"/>
              </a:spcAft>
              <a:buSzPts val="1440"/>
              <a:buChar char="►"/>
              <a:defRPr/>
            </a:lvl3pPr>
            <a:lvl4pPr marL="1828800" lvl="3" indent="-320039" algn="l">
              <a:spcBef>
                <a:spcPts val="1100"/>
              </a:spcBef>
              <a:spcAft>
                <a:spcPts val="0"/>
              </a:spcAft>
              <a:buSzPts val="1440"/>
              <a:buChar char="►"/>
              <a:defRPr/>
            </a:lvl4pPr>
            <a:lvl5pPr marL="2286000" lvl="4" indent="-320039" algn="l">
              <a:spcBef>
                <a:spcPts val="1100"/>
              </a:spcBef>
              <a:spcAft>
                <a:spcPts val="0"/>
              </a:spcAft>
              <a:buSzPts val="1440"/>
              <a:buChar char="►"/>
              <a:defRPr/>
            </a:lvl5pPr>
            <a:lvl6pPr marL="2743200" lvl="5" indent="-320039" algn="l">
              <a:spcBef>
                <a:spcPts val="1102"/>
              </a:spcBef>
              <a:spcAft>
                <a:spcPts val="0"/>
              </a:spcAft>
              <a:buSzPts val="1440"/>
              <a:buChar char="►"/>
              <a:defRPr/>
            </a:lvl6pPr>
            <a:lvl7pPr marL="3200400" lvl="6" indent="-320039" algn="l">
              <a:spcBef>
                <a:spcPts val="1102"/>
              </a:spcBef>
              <a:spcAft>
                <a:spcPts val="0"/>
              </a:spcAft>
              <a:buSzPts val="1440"/>
              <a:buChar char="►"/>
              <a:defRPr/>
            </a:lvl7pPr>
            <a:lvl8pPr marL="3657600" lvl="7" indent="-320040" algn="l">
              <a:spcBef>
                <a:spcPts val="1102"/>
              </a:spcBef>
              <a:spcAft>
                <a:spcPts val="0"/>
              </a:spcAft>
              <a:buSzPts val="1440"/>
              <a:buChar char="►"/>
              <a:defRPr/>
            </a:lvl8pPr>
            <a:lvl9pPr marL="4114800" lvl="8" indent="-320040" algn="l">
              <a:spcBef>
                <a:spcPts val="1102"/>
              </a:spcBef>
              <a:spcAft>
                <a:spcPts val="0"/>
              </a:spcAft>
              <a:buSzPts val="1440"/>
              <a:buChar char="►"/>
              <a:defRPr/>
            </a:lvl9pPr>
          </a:lstStyle>
          <a:p>
            <a:endParaRPr/>
          </a:p>
        </p:txBody>
      </p:sp>
      <p:sp>
        <p:nvSpPr>
          <p:cNvPr id="115" name="Google Shape;115;p14"/>
          <p:cNvSpPr txBox="1">
            <a:spLocks noGrp="1"/>
          </p:cNvSpPr>
          <p:nvPr>
            <p:ph type="dt" idx="10"/>
          </p:nvPr>
        </p:nvSpPr>
        <p:spPr>
          <a:xfrm>
            <a:off x="5959475" y="6659562"/>
            <a:ext cx="754062" cy="401637"/>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6" name="Google Shape;116;p14"/>
          <p:cNvSpPr txBox="1">
            <a:spLocks noGrp="1"/>
          </p:cNvSpPr>
          <p:nvPr>
            <p:ph type="ftr" idx="11"/>
          </p:nvPr>
        </p:nvSpPr>
        <p:spPr>
          <a:xfrm>
            <a:off x="671512" y="6659562"/>
            <a:ext cx="5097462" cy="401637"/>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7" name="Google Shape;117;p14"/>
          <p:cNvSpPr txBox="1">
            <a:spLocks noGrp="1"/>
          </p:cNvSpPr>
          <p:nvPr>
            <p:ph type="sldNum" idx="12"/>
          </p:nvPr>
        </p:nvSpPr>
        <p:spPr>
          <a:xfrm>
            <a:off x="7104062" y="6659562"/>
            <a:ext cx="565150" cy="401637"/>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1pPr>
            <a:lvl2pPr marL="0" marR="0" lvl="1" indent="0" algn="r">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2pPr>
            <a:lvl3pPr marL="0" marR="0" lvl="2" indent="0" algn="r">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3pPr>
            <a:lvl4pPr marL="0" marR="0" lvl="3" indent="0" algn="r">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4pPr>
            <a:lvl5pPr marL="0" marR="0" lvl="4" indent="0" algn="r">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5pPr>
            <a:lvl6pPr marL="0" marR="0" lvl="5" indent="0" algn="r">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6pPr>
            <a:lvl7pPr marL="0" marR="0" lvl="6" indent="0" algn="r">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7pPr>
            <a:lvl8pPr marL="0" marR="0" lvl="7" indent="0" algn="r">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8pPr>
            <a:lvl9pPr marL="0" marR="0" lvl="8" indent="0" algn="r">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118"/>
        <p:cNvGrpSpPr/>
        <p:nvPr/>
      </p:nvGrpSpPr>
      <p:grpSpPr>
        <a:xfrm>
          <a:off x="0" y="0"/>
          <a:ext cx="0" cy="0"/>
          <a:chOff x="0" y="0"/>
          <a:chExt cx="0" cy="0"/>
        </a:xfrm>
      </p:grpSpPr>
      <p:sp>
        <p:nvSpPr>
          <p:cNvPr id="119" name="Google Shape;119;p15"/>
          <p:cNvSpPr txBox="1">
            <a:spLocks noGrp="1"/>
          </p:cNvSpPr>
          <p:nvPr>
            <p:ph type="title"/>
          </p:nvPr>
        </p:nvSpPr>
        <p:spPr>
          <a:xfrm>
            <a:off x="672042" y="671971"/>
            <a:ext cx="6997914" cy="1455937"/>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0" name="Google Shape;120;p15"/>
          <p:cNvSpPr txBox="1">
            <a:spLocks noGrp="1"/>
          </p:cNvSpPr>
          <p:nvPr>
            <p:ph type="body" idx="1"/>
          </p:nvPr>
        </p:nvSpPr>
        <p:spPr>
          <a:xfrm>
            <a:off x="672042" y="2381649"/>
            <a:ext cx="3404426" cy="4277832"/>
          </a:xfrm>
          <a:prstGeom prst="rect">
            <a:avLst/>
          </a:prstGeom>
          <a:noFill/>
          <a:ln>
            <a:noFill/>
          </a:ln>
        </p:spPr>
        <p:txBody>
          <a:bodyPr spcFirstLastPara="1" wrap="square" lIns="91425" tIns="45700" rIns="91425" bIns="45700" anchor="t" anchorCtr="0">
            <a:noAutofit/>
          </a:bodyPr>
          <a:lstStyle>
            <a:lvl1pPr marL="457200" lvl="0" indent="-329387" algn="l">
              <a:spcBef>
                <a:spcPts val="1100"/>
              </a:spcBef>
              <a:spcAft>
                <a:spcPts val="0"/>
              </a:spcAft>
              <a:buSzPts val="1587"/>
              <a:buChar char="►"/>
              <a:defRPr sz="1984"/>
            </a:lvl1pPr>
            <a:lvl2pPr marL="914400" lvl="1" indent="-318211" algn="l">
              <a:spcBef>
                <a:spcPts val="1100"/>
              </a:spcBef>
              <a:spcAft>
                <a:spcPts val="0"/>
              </a:spcAft>
              <a:buSzPts val="1411"/>
              <a:buChar char="►"/>
              <a:defRPr sz="1764"/>
            </a:lvl2pPr>
            <a:lvl3pPr marL="1371600" lvl="2" indent="-306984" algn="l">
              <a:spcBef>
                <a:spcPts val="1100"/>
              </a:spcBef>
              <a:spcAft>
                <a:spcPts val="0"/>
              </a:spcAft>
              <a:buSzPts val="1234"/>
              <a:buChar char="►"/>
              <a:defRPr sz="1543"/>
            </a:lvl3pPr>
            <a:lvl4pPr marL="1828800" lvl="3" indent="-295808" algn="l">
              <a:spcBef>
                <a:spcPts val="1100"/>
              </a:spcBef>
              <a:spcAft>
                <a:spcPts val="0"/>
              </a:spcAft>
              <a:buSzPts val="1058"/>
              <a:buChar char="►"/>
              <a:defRPr sz="1323"/>
            </a:lvl4pPr>
            <a:lvl5pPr marL="2286000" lvl="4" indent="-295808" algn="l">
              <a:spcBef>
                <a:spcPts val="1100"/>
              </a:spcBef>
              <a:spcAft>
                <a:spcPts val="0"/>
              </a:spcAft>
              <a:buSzPts val="1058"/>
              <a:buChar char="►"/>
              <a:defRPr sz="1323"/>
            </a:lvl5pPr>
            <a:lvl6pPr marL="2743200" lvl="5" indent="-295808" algn="l">
              <a:spcBef>
                <a:spcPts val="1102"/>
              </a:spcBef>
              <a:spcAft>
                <a:spcPts val="0"/>
              </a:spcAft>
              <a:buSzPts val="1058"/>
              <a:buChar char="►"/>
              <a:defRPr sz="1323"/>
            </a:lvl6pPr>
            <a:lvl7pPr marL="3200400" lvl="6" indent="-295808" algn="l">
              <a:spcBef>
                <a:spcPts val="1102"/>
              </a:spcBef>
              <a:spcAft>
                <a:spcPts val="0"/>
              </a:spcAft>
              <a:buSzPts val="1058"/>
              <a:buChar char="►"/>
              <a:defRPr sz="1323"/>
            </a:lvl7pPr>
            <a:lvl8pPr marL="3657600" lvl="7" indent="-295808" algn="l">
              <a:spcBef>
                <a:spcPts val="1102"/>
              </a:spcBef>
              <a:spcAft>
                <a:spcPts val="0"/>
              </a:spcAft>
              <a:buSzPts val="1058"/>
              <a:buChar char="►"/>
              <a:defRPr sz="1323"/>
            </a:lvl8pPr>
            <a:lvl9pPr marL="4114800" lvl="8" indent="-295808" algn="l">
              <a:spcBef>
                <a:spcPts val="1102"/>
              </a:spcBef>
              <a:spcAft>
                <a:spcPts val="0"/>
              </a:spcAft>
              <a:buSzPts val="1058"/>
              <a:buChar char="►"/>
              <a:defRPr sz="1323"/>
            </a:lvl9pPr>
          </a:lstStyle>
          <a:p>
            <a:endParaRPr/>
          </a:p>
        </p:txBody>
      </p:sp>
      <p:sp>
        <p:nvSpPr>
          <p:cNvPr id="121" name="Google Shape;121;p15"/>
          <p:cNvSpPr txBox="1">
            <a:spLocks noGrp="1"/>
          </p:cNvSpPr>
          <p:nvPr>
            <p:ph type="body" idx="2"/>
          </p:nvPr>
        </p:nvSpPr>
        <p:spPr>
          <a:xfrm>
            <a:off x="4265529" y="2381651"/>
            <a:ext cx="3404427" cy="4277834"/>
          </a:xfrm>
          <a:prstGeom prst="rect">
            <a:avLst/>
          </a:prstGeom>
          <a:noFill/>
          <a:ln>
            <a:noFill/>
          </a:ln>
        </p:spPr>
        <p:txBody>
          <a:bodyPr spcFirstLastPara="1" wrap="square" lIns="91425" tIns="45700" rIns="91425" bIns="45700" anchor="t" anchorCtr="0">
            <a:noAutofit/>
          </a:bodyPr>
          <a:lstStyle>
            <a:lvl1pPr marL="457200" lvl="0" indent="-329387" algn="l">
              <a:spcBef>
                <a:spcPts val="1100"/>
              </a:spcBef>
              <a:spcAft>
                <a:spcPts val="0"/>
              </a:spcAft>
              <a:buSzPts val="1587"/>
              <a:buChar char="►"/>
              <a:defRPr sz="1984"/>
            </a:lvl1pPr>
            <a:lvl2pPr marL="914400" lvl="1" indent="-318211" algn="l">
              <a:spcBef>
                <a:spcPts val="1100"/>
              </a:spcBef>
              <a:spcAft>
                <a:spcPts val="0"/>
              </a:spcAft>
              <a:buSzPts val="1411"/>
              <a:buChar char="►"/>
              <a:defRPr sz="1764"/>
            </a:lvl2pPr>
            <a:lvl3pPr marL="1371600" lvl="2" indent="-306984" algn="l">
              <a:spcBef>
                <a:spcPts val="1100"/>
              </a:spcBef>
              <a:spcAft>
                <a:spcPts val="0"/>
              </a:spcAft>
              <a:buSzPts val="1234"/>
              <a:buChar char="►"/>
              <a:defRPr sz="1543"/>
            </a:lvl3pPr>
            <a:lvl4pPr marL="1828800" lvl="3" indent="-295808" algn="l">
              <a:spcBef>
                <a:spcPts val="1100"/>
              </a:spcBef>
              <a:spcAft>
                <a:spcPts val="0"/>
              </a:spcAft>
              <a:buSzPts val="1058"/>
              <a:buChar char="►"/>
              <a:defRPr sz="1323"/>
            </a:lvl4pPr>
            <a:lvl5pPr marL="2286000" lvl="4" indent="-295808" algn="l">
              <a:spcBef>
                <a:spcPts val="1100"/>
              </a:spcBef>
              <a:spcAft>
                <a:spcPts val="0"/>
              </a:spcAft>
              <a:buSzPts val="1058"/>
              <a:buChar char="►"/>
              <a:defRPr sz="1323"/>
            </a:lvl5pPr>
            <a:lvl6pPr marL="2743200" lvl="5" indent="-295808" algn="l">
              <a:spcBef>
                <a:spcPts val="1102"/>
              </a:spcBef>
              <a:spcAft>
                <a:spcPts val="0"/>
              </a:spcAft>
              <a:buSzPts val="1058"/>
              <a:buChar char="►"/>
              <a:defRPr sz="1323"/>
            </a:lvl6pPr>
            <a:lvl7pPr marL="3200400" lvl="6" indent="-295808" algn="l">
              <a:spcBef>
                <a:spcPts val="1102"/>
              </a:spcBef>
              <a:spcAft>
                <a:spcPts val="0"/>
              </a:spcAft>
              <a:buSzPts val="1058"/>
              <a:buChar char="►"/>
              <a:defRPr sz="1323"/>
            </a:lvl7pPr>
            <a:lvl8pPr marL="3657600" lvl="7" indent="-295808" algn="l">
              <a:spcBef>
                <a:spcPts val="1102"/>
              </a:spcBef>
              <a:spcAft>
                <a:spcPts val="0"/>
              </a:spcAft>
              <a:buSzPts val="1058"/>
              <a:buChar char="►"/>
              <a:defRPr sz="1323"/>
            </a:lvl8pPr>
            <a:lvl9pPr marL="4114800" lvl="8" indent="-295808" algn="l">
              <a:spcBef>
                <a:spcPts val="1102"/>
              </a:spcBef>
              <a:spcAft>
                <a:spcPts val="0"/>
              </a:spcAft>
              <a:buSzPts val="1058"/>
              <a:buChar char="►"/>
              <a:defRPr sz="1323"/>
            </a:lvl9pPr>
          </a:lstStyle>
          <a:p>
            <a:endParaRPr/>
          </a:p>
        </p:txBody>
      </p:sp>
      <p:sp>
        <p:nvSpPr>
          <p:cNvPr id="122" name="Google Shape;122;p15"/>
          <p:cNvSpPr txBox="1">
            <a:spLocks noGrp="1"/>
          </p:cNvSpPr>
          <p:nvPr>
            <p:ph type="dt" idx="10"/>
          </p:nvPr>
        </p:nvSpPr>
        <p:spPr>
          <a:xfrm>
            <a:off x="5959475" y="6659562"/>
            <a:ext cx="754062" cy="401637"/>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3" name="Google Shape;123;p15"/>
          <p:cNvSpPr txBox="1">
            <a:spLocks noGrp="1"/>
          </p:cNvSpPr>
          <p:nvPr>
            <p:ph type="ftr" idx="11"/>
          </p:nvPr>
        </p:nvSpPr>
        <p:spPr>
          <a:xfrm>
            <a:off x="671512" y="6659562"/>
            <a:ext cx="5097462" cy="401637"/>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4" name="Google Shape;124;p15"/>
          <p:cNvSpPr txBox="1">
            <a:spLocks noGrp="1"/>
          </p:cNvSpPr>
          <p:nvPr>
            <p:ph type="sldNum" idx="12"/>
          </p:nvPr>
        </p:nvSpPr>
        <p:spPr>
          <a:xfrm>
            <a:off x="7104062" y="6659562"/>
            <a:ext cx="565150" cy="401637"/>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1pPr>
            <a:lvl2pPr marL="0" marR="0" lvl="1" indent="0" algn="r">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2pPr>
            <a:lvl3pPr marL="0" marR="0" lvl="2" indent="0" algn="r">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3pPr>
            <a:lvl4pPr marL="0" marR="0" lvl="3" indent="0" algn="r">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4pPr>
            <a:lvl5pPr marL="0" marR="0" lvl="4" indent="0" algn="r">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5pPr>
            <a:lvl6pPr marL="0" marR="0" lvl="5" indent="0" algn="r">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6pPr>
            <a:lvl7pPr marL="0" marR="0" lvl="6" indent="0" algn="r">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7pPr>
            <a:lvl8pPr marL="0" marR="0" lvl="7" indent="0" algn="r">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8pPr>
            <a:lvl9pPr marL="0" marR="0" lvl="8" indent="0" algn="r">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25"/>
        <p:cNvGrpSpPr/>
        <p:nvPr/>
      </p:nvGrpSpPr>
      <p:grpSpPr>
        <a:xfrm>
          <a:off x="0" y="0"/>
          <a:ext cx="0" cy="0"/>
          <a:chOff x="0" y="0"/>
          <a:chExt cx="0" cy="0"/>
        </a:xfrm>
      </p:grpSpPr>
      <p:sp>
        <p:nvSpPr>
          <p:cNvPr id="126" name="Google Shape;126;p16"/>
          <p:cNvSpPr txBox="1">
            <a:spLocks noGrp="1"/>
          </p:cNvSpPr>
          <p:nvPr>
            <p:ph type="title"/>
          </p:nvPr>
        </p:nvSpPr>
        <p:spPr>
          <a:xfrm>
            <a:off x="672040" y="2977208"/>
            <a:ext cx="6997915" cy="2013467"/>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sz="4409" b="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7" name="Google Shape;127;p16"/>
          <p:cNvSpPr txBox="1">
            <a:spLocks noGrp="1"/>
          </p:cNvSpPr>
          <p:nvPr>
            <p:ph type="body" idx="1"/>
          </p:nvPr>
        </p:nvSpPr>
        <p:spPr>
          <a:xfrm>
            <a:off x="672040" y="4990673"/>
            <a:ext cx="6997915" cy="948432"/>
          </a:xfrm>
          <a:prstGeom prst="rect">
            <a:avLst/>
          </a:prstGeom>
          <a:noFill/>
          <a:ln>
            <a:noFill/>
          </a:ln>
        </p:spPr>
        <p:txBody>
          <a:bodyPr spcFirstLastPara="1" wrap="square" lIns="91425" tIns="45700" rIns="91425" bIns="45700" anchor="t" anchorCtr="0">
            <a:noAutofit/>
          </a:bodyPr>
          <a:lstStyle>
            <a:lvl1pPr marL="457200" lvl="0" indent="-228600" algn="l">
              <a:spcBef>
                <a:spcPts val="1100"/>
              </a:spcBef>
              <a:spcAft>
                <a:spcPts val="0"/>
              </a:spcAft>
              <a:buSzPts val="1764"/>
              <a:buNone/>
              <a:defRPr sz="2205">
                <a:solidFill>
                  <a:srgbClr val="7F7F7F"/>
                </a:solidFill>
              </a:defRPr>
            </a:lvl1pPr>
            <a:lvl2pPr marL="914400" lvl="1" indent="-228600" algn="l">
              <a:spcBef>
                <a:spcPts val="1100"/>
              </a:spcBef>
              <a:spcAft>
                <a:spcPts val="0"/>
              </a:spcAft>
              <a:buSzPts val="1587"/>
              <a:buNone/>
              <a:defRPr sz="1984">
                <a:solidFill>
                  <a:srgbClr val="888888"/>
                </a:solidFill>
              </a:defRPr>
            </a:lvl2pPr>
            <a:lvl3pPr marL="1371600" lvl="2" indent="-228600" algn="l">
              <a:spcBef>
                <a:spcPts val="1100"/>
              </a:spcBef>
              <a:spcAft>
                <a:spcPts val="0"/>
              </a:spcAft>
              <a:buSzPts val="1411"/>
              <a:buNone/>
              <a:defRPr sz="1764">
                <a:solidFill>
                  <a:srgbClr val="888888"/>
                </a:solidFill>
              </a:defRPr>
            </a:lvl3pPr>
            <a:lvl4pPr marL="1828800" lvl="3" indent="-228600" algn="l">
              <a:spcBef>
                <a:spcPts val="1100"/>
              </a:spcBef>
              <a:spcAft>
                <a:spcPts val="0"/>
              </a:spcAft>
              <a:buSzPts val="1234"/>
              <a:buNone/>
              <a:defRPr sz="1543">
                <a:solidFill>
                  <a:srgbClr val="888888"/>
                </a:solidFill>
              </a:defRPr>
            </a:lvl4pPr>
            <a:lvl5pPr marL="2286000" lvl="4" indent="-228600" algn="l">
              <a:spcBef>
                <a:spcPts val="1100"/>
              </a:spcBef>
              <a:spcAft>
                <a:spcPts val="0"/>
              </a:spcAft>
              <a:buSzPts val="1234"/>
              <a:buNone/>
              <a:defRPr sz="1543">
                <a:solidFill>
                  <a:srgbClr val="888888"/>
                </a:solidFill>
              </a:defRPr>
            </a:lvl5pPr>
            <a:lvl6pPr marL="2743200" lvl="5" indent="-228600" algn="l">
              <a:spcBef>
                <a:spcPts val="1102"/>
              </a:spcBef>
              <a:spcAft>
                <a:spcPts val="0"/>
              </a:spcAft>
              <a:buSzPts val="1234"/>
              <a:buNone/>
              <a:defRPr sz="1543">
                <a:solidFill>
                  <a:srgbClr val="888888"/>
                </a:solidFill>
              </a:defRPr>
            </a:lvl6pPr>
            <a:lvl7pPr marL="3200400" lvl="6" indent="-228600" algn="l">
              <a:spcBef>
                <a:spcPts val="1102"/>
              </a:spcBef>
              <a:spcAft>
                <a:spcPts val="0"/>
              </a:spcAft>
              <a:buSzPts val="1234"/>
              <a:buNone/>
              <a:defRPr sz="1543">
                <a:solidFill>
                  <a:srgbClr val="888888"/>
                </a:solidFill>
              </a:defRPr>
            </a:lvl7pPr>
            <a:lvl8pPr marL="3657600" lvl="7" indent="-228600" algn="l">
              <a:spcBef>
                <a:spcPts val="1102"/>
              </a:spcBef>
              <a:spcAft>
                <a:spcPts val="0"/>
              </a:spcAft>
              <a:buSzPts val="1234"/>
              <a:buNone/>
              <a:defRPr sz="1543">
                <a:solidFill>
                  <a:srgbClr val="888888"/>
                </a:solidFill>
              </a:defRPr>
            </a:lvl8pPr>
            <a:lvl9pPr marL="4114800" lvl="8" indent="-228600" algn="l">
              <a:spcBef>
                <a:spcPts val="1102"/>
              </a:spcBef>
              <a:spcAft>
                <a:spcPts val="0"/>
              </a:spcAft>
              <a:buSzPts val="1234"/>
              <a:buNone/>
              <a:defRPr sz="1543">
                <a:solidFill>
                  <a:srgbClr val="888888"/>
                </a:solidFill>
              </a:defRPr>
            </a:lvl9pPr>
          </a:lstStyle>
          <a:p>
            <a:endParaRPr/>
          </a:p>
        </p:txBody>
      </p:sp>
      <p:sp>
        <p:nvSpPr>
          <p:cNvPr id="128" name="Google Shape;128;p16"/>
          <p:cNvSpPr txBox="1">
            <a:spLocks noGrp="1"/>
          </p:cNvSpPr>
          <p:nvPr>
            <p:ph type="dt" idx="10"/>
          </p:nvPr>
        </p:nvSpPr>
        <p:spPr>
          <a:xfrm>
            <a:off x="5959475" y="6659562"/>
            <a:ext cx="754062" cy="401637"/>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9" name="Google Shape;129;p16"/>
          <p:cNvSpPr txBox="1">
            <a:spLocks noGrp="1"/>
          </p:cNvSpPr>
          <p:nvPr>
            <p:ph type="ftr" idx="11"/>
          </p:nvPr>
        </p:nvSpPr>
        <p:spPr>
          <a:xfrm>
            <a:off x="671512" y="6659562"/>
            <a:ext cx="5097462" cy="401637"/>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0" name="Google Shape;130;p16"/>
          <p:cNvSpPr txBox="1">
            <a:spLocks noGrp="1"/>
          </p:cNvSpPr>
          <p:nvPr>
            <p:ph type="sldNum" idx="12"/>
          </p:nvPr>
        </p:nvSpPr>
        <p:spPr>
          <a:xfrm>
            <a:off x="7104062" y="6659562"/>
            <a:ext cx="565150" cy="401637"/>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1pPr>
            <a:lvl2pPr marL="0" marR="0" lvl="1" indent="0" algn="r">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2pPr>
            <a:lvl3pPr marL="0" marR="0" lvl="2" indent="0" algn="r">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3pPr>
            <a:lvl4pPr marL="0" marR="0" lvl="3" indent="0" algn="r">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4pPr>
            <a:lvl5pPr marL="0" marR="0" lvl="4" indent="0" algn="r">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5pPr>
            <a:lvl6pPr marL="0" marR="0" lvl="5" indent="0" algn="r">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6pPr>
            <a:lvl7pPr marL="0" marR="0" lvl="6" indent="0" algn="r">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7pPr>
            <a:lvl8pPr marL="0" marR="0" lvl="7" indent="0" algn="r">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8pPr>
            <a:lvl9pPr marL="0" marR="0" lvl="8" indent="0" algn="r">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9.xml"/><Relationship Id="rId13" Type="http://schemas.openxmlformats.org/officeDocument/2006/relationships/slideLayout" Target="../slideLayouts/slideLayout14.xml"/><Relationship Id="rId3" Type="http://schemas.openxmlformats.org/officeDocument/2006/relationships/slideLayout" Target="../slideLayouts/slideLayout4.xml"/><Relationship Id="rId7" Type="http://schemas.openxmlformats.org/officeDocument/2006/relationships/slideLayout" Target="../slideLayouts/slideLayout8.xml"/><Relationship Id="rId12" Type="http://schemas.openxmlformats.org/officeDocument/2006/relationships/slideLayout" Target="../slideLayouts/slideLayout13.xml"/><Relationship Id="rId2" Type="http://schemas.openxmlformats.org/officeDocument/2006/relationships/slideLayout" Target="../slideLayouts/slideLayout3.xml"/><Relationship Id="rId1" Type="http://schemas.openxmlformats.org/officeDocument/2006/relationships/slideLayout" Target="../slideLayouts/slideLayout2.xml"/><Relationship Id="rId6" Type="http://schemas.openxmlformats.org/officeDocument/2006/relationships/slideLayout" Target="../slideLayouts/slideLayout7.xml"/><Relationship Id="rId11" Type="http://schemas.openxmlformats.org/officeDocument/2006/relationships/slideLayout" Target="../slideLayouts/slideLayout12.xml"/><Relationship Id="rId5" Type="http://schemas.openxmlformats.org/officeDocument/2006/relationships/slideLayout" Target="../slideLayouts/slideLayout6.xml"/><Relationship Id="rId10" Type="http://schemas.openxmlformats.org/officeDocument/2006/relationships/slideLayout" Target="../slideLayouts/slideLayout11.xml"/><Relationship Id="rId4" Type="http://schemas.openxmlformats.org/officeDocument/2006/relationships/slideLayout" Target="../slideLayouts/slideLayout5.xml"/><Relationship Id="rId9" Type="http://schemas.openxmlformats.org/officeDocument/2006/relationships/slideLayout" Target="../slideLayouts/slideLayout10.xml"/><Relationship Id="rId1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grpSp>
        <p:nvGrpSpPr>
          <p:cNvPr id="10" name="Google Shape;10;p1"/>
          <p:cNvGrpSpPr/>
          <p:nvPr/>
        </p:nvGrpSpPr>
        <p:grpSpPr>
          <a:xfrm>
            <a:off x="-9525" y="-9525"/>
            <a:ext cx="10110787" cy="7578725"/>
            <a:chOff x="-8467" y="-8468"/>
            <a:chExt cx="9171317" cy="6874935"/>
          </a:xfrm>
        </p:grpSpPr>
        <p:sp>
          <p:nvSpPr>
            <p:cNvPr id="11" name="Google Shape;11;p1"/>
            <p:cNvSpPr/>
            <p:nvPr/>
          </p:nvSpPr>
          <p:spPr>
            <a:xfrm>
              <a:off x="-8467" y="4013672"/>
              <a:ext cx="457918" cy="2852795"/>
            </a:xfrm>
            <a:custGeom>
              <a:avLst/>
              <a:gdLst/>
              <a:ahLst/>
              <a:cxnLst/>
              <a:rect l="l" t="t" r="r" b="b"/>
              <a:pathLst>
                <a:path w="457200" h="2853267" extrusionOk="0">
                  <a:moveTo>
                    <a:pt x="0" y="0"/>
                  </a:moveTo>
                  <a:lnTo>
                    <a:pt x="457200" y="2853267"/>
                  </a:lnTo>
                  <a:lnTo>
                    <a:pt x="0" y="2844800"/>
                  </a:lnTo>
                  <a:cubicBezTo>
                    <a:pt x="2822" y="1905000"/>
                    <a:pt x="5645" y="965200"/>
                    <a:pt x="0" y="0"/>
                  </a:cubicBezTo>
                  <a:close/>
                </a:path>
              </a:pathLst>
            </a:custGeom>
            <a:solidFill>
              <a:schemeClr val="accent1">
                <a:alpha val="70196"/>
              </a:schemeClr>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Trebuchet MS"/>
                <a:ea typeface="Trebuchet MS"/>
                <a:cs typeface="Trebuchet MS"/>
                <a:sym typeface="Trebuchet MS"/>
              </a:endParaRPr>
            </a:p>
          </p:txBody>
        </p:sp>
        <p:cxnSp>
          <p:nvCxnSpPr>
            <p:cNvPr id="12" name="Google Shape;12;p1"/>
            <p:cNvCxnSpPr/>
            <p:nvPr/>
          </p:nvCxnSpPr>
          <p:spPr>
            <a:xfrm rot="10800000" flipH="1">
              <a:off x="5130869" y="4174961"/>
              <a:ext cx="4021900" cy="2682866"/>
            </a:xfrm>
            <a:prstGeom prst="straightConnector1">
              <a:avLst/>
            </a:prstGeom>
            <a:noFill/>
            <a:ln w="9525" cap="rnd" cmpd="sng">
              <a:solidFill>
                <a:schemeClr val="accent1">
                  <a:alpha val="70196"/>
                </a:schemeClr>
              </a:solidFill>
              <a:prstDash val="solid"/>
              <a:miter lim="800000"/>
              <a:headEnd type="none" w="med" len="med"/>
              <a:tailEnd type="none" w="med" len="med"/>
            </a:ln>
          </p:spPr>
        </p:cxnSp>
        <p:cxnSp>
          <p:nvCxnSpPr>
            <p:cNvPr id="13" name="Google Shape;13;p1"/>
            <p:cNvCxnSpPr/>
            <p:nvPr/>
          </p:nvCxnSpPr>
          <p:spPr>
            <a:xfrm>
              <a:off x="7043180" y="172"/>
              <a:ext cx="1218234" cy="6857654"/>
            </a:xfrm>
            <a:prstGeom prst="straightConnector1">
              <a:avLst/>
            </a:prstGeom>
            <a:noFill/>
            <a:ln w="9525" cap="rnd" cmpd="sng">
              <a:solidFill>
                <a:schemeClr val="accent1">
                  <a:alpha val="70196"/>
                </a:schemeClr>
              </a:solidFill>
              <a:prstDash val="solid"/>
              <a:miter lim="800000"/>
              <a:headEnd type="none" w="med" len="med"/>
              <a:tailEnd type="none" w="med" len="med"/>
            </a:ln>
          </p:spPr>
        </p:cxnSp>
        <p:sp>
          <p:nvSpPr>
            <p:cNvPr id="14" name="Google Shape;14;p1"/>
            <p:cNvSpPr/>
            <p:nvPr/>
          </p:nvSpPr>
          <p:spPr>
            <a:xfrm>
              <a:off x="6891980" y="172"/>
              <a:ext cx="2269429" cy="6866295"/>
            </a:xfrm>
            <a:custGeom>
              <a:avLst/>
              <a:gdLst/>
              <a:ahLst/>
              <a:cxnLst/>
              <a:rect l="l" t="t" r="r" b="b"/>
              <a:pathLst>
                <a:path w="2269442" h="6866466" extrusionOk="0">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6078"/>
              </a:schemeClr>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Trebuchet MS"/>
                <a:ea typeface="Trebuchet MS"/>
                <a:cs typeface="Trebuchet MS"/>
                <a:sym typeface="Trebuchet MS"/>
              </a:endParaRPr>
            </a:p>
          </p:txBody>
        </p:sp>
        <p:sp>
          <p:nvSpPr>
            <p:cNvPr id="15" name="Google Shape;15;p1"/>
            <p:cNvSpPr/>
            <p:nvPr/>
          </p:nvSpPr>
          <p:spPr>
            <a:xfrm>
              <a:off x="7204459" y="-8468"/>
              <a:ext cx="1948310" cy="6866295"/>
            </a:xfrm>
            <a:custGeom>
              <a:avLst/>
              <a:gdLst/>
              <a:ahLst/>
              <a:cxnLst/>
              <a:rect l="l" t="t" r="r" b="b"/>
              <a:pathLst>
                <a:path w="1948147" h="6866467" extrusionOk="0">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Trebuchet MS"/>
                <a:ea typeface="Trebuchet MS"/>
                <a:cs typeface="Trebuchet MS"/>
                <a:sym typeface="Trebuchet MS"/>
              </a:endParaRPr>
            </a:p>
          </p:txBody>
        </p:sp>
        <p:sp>
          <p:nvSpPr>
            <p:cNvPr id="16" name="Google Shape;16;p1"/>
            <p:cNvSpPr/>
            <p:nvPr/>
          </p:nvSpPr>
          <p:spPr>
            <a:xfrm>
              <a:off x="6638542" y="3920066"/>
              <a:ext cx="2512789" cy="2937760"/>
            </a:xfrm>
            <a:custGeom>
              <a:avLst/>
              <a:gdLst/>
              <a:ahLst/>
              <a:cxnLst/>
              <a:rect l="l" t="t" r="r" b="b"/>
              <a:pathLst>
                <a:path w="3259667" h="3810000" extrusionOk="0">
                  <a:moveTo>
                    <a:pt x="0" y="3810000"/>
                  </a:moveTo>
                  <a:lnTo>
                    <a:pt x="3251200" y="0"/>
                  </a:lnTo>
                  <a:cubicBezTo>
                    <a:pt x="3254022" y="1270000"/>
                    <a:pt x="3256845" y="2540000"/>
                    <a:pt x="3259667" y="3810000"/>
                  </a:cubicBezTo>
                  <a:lnTo>
                    <a:pt x="0" y="3810000"/>
                  </a:lnTo>
                  <a:close/>
                </a:path>
              </a:pathLst>
            </a:custGeom>
            <a:solidFill>
              <a:srgbClr val="17B0E4">
                <a:alpha val="65882"/>
              </a:srgbClr>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Trebuchet MS"/>
                <a:ea typeface="Trebuchet MS"/>
                <a:cs typeface="Trebuchet MS"/>
                <a:sym typeface="Trebuchet MS"/>
              </a:endParaRPr>
            </a:p>
          </p:txBody>
        </p:sp>
        <p:sp>
          <p:nvSpPr>
            <p:cNvPr id="17" name="Google Shape;17;p1"/>
            <p:cNvSpPr/>
            <p:nvPr/>
          </p:nvSpPr>
          <p:spPr>
            <a:xfrm>
              <a:off x="7010060" y="-8468"/>
              <a:ext cx="2142710" cy="6866295"/>
            </a:xfrm>
            <a:custGeom>
              <a:avLst/>
              <a:gdLst/>
              <a:ahLst/>
              <a:cxnLst/>
              <a:rect l="l" t="t" r="r" b="b"/>
              <a:pathLst>
                <a:path w="2853267" h="6866467" extrusionOk="0">
                  <a:moveTo>
                    <a:pt x="0" y="0"/>
                  </a:moveTo>
                  <a:lnTo>
                    <a:pt x="2472267" y="6866467"/>
                  </a:lnTo>
                  <a:lnTo>
                    <a:pt x="2853267" y="6858000"/>
                  </a:lnTo>
                  <a:lnTo>
                    <a:pt x="2853267" y="0"/>
                  </a:lnTo>
                  <a:lnTo>
                    <a:pt x="0" y="0"/>
                  </a:lnTo>
                  <a:close/>
                </a:path>
              </a:pathLst>
            </a:custGeom>
            <a:solidFill>
              <a:srgbClr val="17B0E4">
                <a:alpha val="50196"/>
              </a:srgbClr>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Trebuchet MS"/>
                <a:ea typeface="Trebuchet MS"/>
                <a:cs typeface="Trebuchet MS"/>
                <a:sym typeface="Trebuchet MS"/>
              </a:endParaRPr>
            </a:p>
          </p:txBody>
        </p:sp>
        <p:sp>
          <p:nvSpPr>
            <p:cNvPr id="18" name="Google Shape;18;p1"/>
            <p:cNvSpPr/>
            <p:nvPr/>
          </p:nvSpPr>
          <p:spPr>
            <a:xfrm>
              <a:off x="8295974" y="-8468"/>
              <a:ext cx="856795" cy="6866295"/>
            </a:xfrm>
            <a:custGeom>
              <a:avLst/>
              <a:gdLst/>
              <a:ahLst/>
              <a:cxnLst/>
              <a:rect l="l" t="t" r="r" b="b"/>
              <a:pathLst>
                <a:path w="1286933" h="6866467" extrusionOk="0">
                  <a:moveTo>
                    <a:pt x="1016000" y="0"/>
                  </a:moveTo>
                  <a:lnTo>
                    <a:pt x="0" y="6866467"/>
                  </a:lnTo>
                  <a:lnTo>
                    <a:pt x="1286933" y="6866467"/>
                  </a:lnTo>
                  <a:cubicBezTo>
                    <a:pt x="1284111" y="4577645"/>
                    <a:pt x="1281288" y="2288822"/>
                    <a:pt x="1278466" y="0"/>
                  </a:cubicBezTo>
                  <a:lnTo>
                    <a:pt x="1016000" y="0"/>
                  </a:lnTo>
                  <a:close/>
                </a:path>
              </a:pathLst>
            </a:custGeom>
            <a:solidFill>
              <a:schemeClr val="accent2">
                <a:alpha val="70196"/>
              </a:schemeClr>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Trebuchet MS"/>
                <a:ea typeface="Trebuchet MS"/>
                <a:cs typeface="Trebuchet MS"/>
                <a:sym typeface="Trebuchet MS"/>
              </a:endParaRPr>
            </a:p>
          </p:txBody>
        </p:sp>
        <p:sp>
          <p:nvSpPr>
            <p:cNvPr id="19" name="Google Shape;19;p1"/>
            <p:cNvSpPr/>
            <p:nvPr/>
          </p:nvSpPr>
          <p:spPr>
            <a:xfrm>
              <a:off x="8094375" y="-8468"/>
              <a:ext cx="1067034" cy="6866295"/>
            </a:xfrm>
            <a:custGeom>
              <a:avLst/>
              <a:gdLst/>
              <a:ahLst/>
              <a:cxnLst/>
              <a:rect l="l" t="t" r="r" b="b"/>
              <a:pathLst>
                <a:path w="1270244" h="6866467" extrusionOk="0">
                  <a:moveTo>
                    <a:pt x="0" y="0"/>
                  </a:moveTo>
                  <a:lnTo>
                    <a:pt x="1117600" y="6866467"/>
                  </a:lnTo>
                  <a:lnTo>
                    <a:pt x="1270000" y="6866467"/>
                  </a:lnTo>
                  <a:cubicBezTo>
                    <a:pt x="1272822" y="4574822"/>
                    <a:pt x="1250245" y="2291645"/>
                    <a:pt x="1253067" y="0"/>
                  </a:cubicBezTo>
                  <a:lnTo>
                    <a:pt x="0" y="0"/>
                  </a:lnTo>
                  <a:close/>
                </a:path>
              </a:pathLst>
            </a:custGeom>
            <a:solidFill>
              <a:srgbClr val="236292">
                <a:alpha val="81960"/>
              </a:srgbClr>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Trebuchet MS"/>
                <a:ea typeface="Trebuchet MS"/>
                <a:cs typeface="Trebuchet MS"/>
                <a:sym typeface="Trebuchet MS"/>
              </a:endParaRPr>
            </a:p>
          </p:txBody>
        </p:sp>
        <p:sp>
          <p:nvSpPr>
            <p:cNvPr id="20" name="Google Shape;20;p1"/>
            <p:cNvSpPr/>
            <p:nvPr/>
          </p:nvSpPr>
          <p:spPr>
            <a:xfrm>
              <a:off x="8068455" y="4893559"/>
              <a:ext cx="1094395" cy="1964267"/>
            </a:xfrm>
            <a:custGeom>
              <a:avLst/>
              <a:gdLst/>
              <a:ahLst/>
              <a:cxnLst/>
              <a:rect l="l" t="t" r="r" b="b"/>
              <a:pathLst>
                <a:path w="1820333" h="3268133" extrusionOk="0">
                  <a:moveTo>
                    <a:pt x="0" y="3268133"/>
                  </a:moveTo>
                  <a:lnTo>
                    <a:pt x="1811866" y="0"/>
                  </a:lnTo>
                  <a:cubicBezTo>
                    <a:pt x="1814688" y="1086555"/>
                    <a:pt x="1817511" y="2173111"/>
                    <a:pt x="1820333" y="3259666"/>
                  </a:cubicBezTo>
                  <a:lnTo>
                    <a:pt x="0" y="3268133"/>
                  </a:lnTo>
                  <a:close/>
                </a:path>
              </a:pathLst>
            </a:custGeom>
            <a:solidFill>
              <a:srgbClr val="17B0E4">
                <a:alpha val="65882"/>
              </a:srgbClr>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Trebuchet MS"/>
                <a:ea typeface="Trebuchet MS"/>
                <a:cs typeface="Trebuchet MS"/>
                <a:sym typeface="Trebuchet MS"/>
              </a:endParaRPr>
            </a:p>
          </p:txBody>
        </p:sp>
      </p:grpSp>
      <p:sp>
        <p:nvSpPr>
          <p:cNvPr id="21" name="Google Shape;21;p1"/>
          <p:cNvSpPr txBox="1">
            <a:spLocks noGrp="1"/>
          </p:cNvSpPr>
          <p:nvPr>
            <p:ph type="title"/>
          </p:nvPr>
        </p:nvSpPr>
        <p:spPr>
          <a:xfrm>
            <a:off x="671512" y="671512"/>
            <a:ext cx="6997700" cy="1455737"/>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3900" b="0" i="0" u="none" strike="noStrike" cap="none">
                <a:solidFill>
                  <a:schemeClr val="accent1"/>
                </a:solidFill>
                <a:latin typeface="Trebuchet MS"/>
                <a:ea typeface="Trebuchet MS"/>
                <a:cs typeface="Trebuchet MS"/>
                <a:sym typeface="Trebuchet MS"/>
              </a:defRPr>
            </a:lvl1pPr>
            <a:lvl2pPr marR="0" lvl="1" algn="l" rtl="0">
              <a:spcBef>
                <a:spcPts val="0"/>
              </a:spcBef>
              <a:spcAft>
                <a:spcPts val="0"/>
              </a:spcAft>
              <a:buSzPts val="1400"/>
              <a:buNone/>
              <a:defRPr sz="3900" b="0" i="0" u="none" strike="noStrike" cap="none">
                <a:solidFill>
                  <a:schemeClr val="accent1"/>
                </a:solidFill>
                <a:latin typeface="Trebuchet MS"/>
                <a:ea typeface="Trebuchet MS"/>
                <a:cs typeface="Trebuchet MS"/>
                <a:sym typeface="Trebuchet MS"/>
              </a:defRPr>
            </a:lvl2pPr>
            <a:lvl3pPr marR="0" lvl="2" algn="l" rtl="0">
              <a:spcBef>
                <a:spcPts val="0"/>
              </a:spcBef>
              <a:spcAft>
                <a:spcPts val="0"/>
              </a:spcAft>
              <a:buSzPts val="1400"/>
              <a:buNone/>
              <a:defRPr sz="3900" b="0" i="0" u="none" strike="noStrike" cap="none">
                <a:solidFill>
                  <a:schemeClr val="accent1"/>
                </a:solidFill>
                <a:latin typeface="Trebuchet MS"/>
                <a:ea typeface="Trebuchet MS"/>
                <a:cs typeface="Trebuchet MS"/>
                <a:sym typeface="Trebuchet MS"/>
              </a:defRPr>
            </a:lvl3pPr>
            <a:lvl4pPr marR="0" lvl="3" algn="l" rtl="0">
              <a:spcBef>
                <a:spcPts val="0"/>
              </a:spcBef>
              <a:spcAft>
                <a:spcPts val="0"/>
              </a:spcAft>
              <a:buSzPts val="1400"/>
              <a:buNone/>
              <a:defRPr sz="3900" b="0" i="0" u="none" strike="noStrike" cap="none">
                <a:solidFill>
                  <a:schemeClr val="accent1"/>
                </a:solidFill>
                <a:latin typeface="Trebuchet MS"/>
                <a:ea typeface="Trebuchet MS"/>
                <a:cs typeface="Trebuchet MS"/>
                <a:sym typeface="Trebuchet MS"/>
              </a:defRPr>
            </a:lvl4pPr>
            <a:lvl5pPr marR="0" lvl="4" algn="l" rtl="0">
              <a:spcBef>
                <a:spcPts val="0"/>
              </a:spcBef>
              <a:spcAft>
                <a:spcPts val="0"/>
              </a:spcAft>
              <a:buSzPts val="1400"/>
              <a:buNone/>
              <a:defRPr sz="3900" b="0" i="0" u="none" strike="noStrike" cap="none">
                <a:solidFill>
                  <a:schemeClr val="accent1"/>
                </a:solidFill>
                <a:latin typeface="Trebuchet MS"/>
                <a:ea typeface="Trebuchet MS"/>
                <a:cs typeface="Trebuchet MS"/>
                <a:sym typeface="Trebuchet MS"/>
              </a:defRPr>
            </a:lvl5pPr>
            <a:lvl6pPr marR="0" lvl="5" algn="l" rtl="0">
              <a:spcBef>
                <a:spcPts val="0"/>
              </a:spcBef>
              <a:spcAft>
                <a:spcPts val="0"/>
              </a:spcAft>
              <a:buSzPts val="1400"/>
              <a:buNone/>
              <a:defRPr sz="1800" b="0" i="0" u="none" strike="noStrike" cap="none">
                <a:solidFill>
                  <a:schemeClr val="dk2"/>
                </a:solidFill>
              </a:defRPr>
            </a:lvl6pPr>
            <a:lvl7pPr marR="0" lvl="6" algn="l" rtl="0">
              <a:spcBef>
                <a:spcPts val="0"/>
              </a:spcBef>
              <a:spcAft>
                <a:spcPts val="0"/>
              </a:spcAft>
              <a:buSzPts val="1400"/>
              <a:buNone/>
              <a:defRPr sz="1800" b="0" i="0" u="none" strike="noStrike" cap="none">
                <a:solidFill>
                  <a:schemeClr val="dk2"/>
                </a:solidFill>
              </a:defRPr>
            </a:lvl7pPr>
            <a:lvl8pPr marR="0" lvl="7" algn="l" rtl="0">
              <a:spcBef>
                <a:spcPts val="0"/>
              </a:spcBef>
              <a:spcAft>
                <a:spcPts val="0"/>
              </a:spcAft>
              <a:buSzPts val="1400"/>
              <a:buNone/>
              <a:defRPr sz="1800" b="0" i="0" u="none" strike="noStrike" cap="none">
                <a:solidFill>
                  <a:schemeClr val="dk2"/>
                </a:solidFill>
              </a:defRPr>
            </a:lvl8pPr>
            <a:lvl9pPr marR="0" lvl="8" algn="l" rtl="0">
              <a:spcBef>
                <a:spcPts val="0"/>
              </a:spcBef>
              <a:spcAft>
                <a:spcPts val="0"/>
              </a:spcAft>
              <a:buSzPts val="1400"/>
              <a:buNone/>
              <a:defRPr sz="1800" b="0" i="0" u="none" strike="noStrike" cap="none">
                <a:solidFill>
                  <a:schemeClr val="dk2"/>
                </a:solidFill>
              </a:defRPr>
            </a:lvl9pPr>
          </a:lstStyle>
          <a:p>
            <a:endParaRPr/>
          </a:p>
        </p:txBody>
      </p:sp>
      <p:sp>
        <p:nvSpPr>
          <p:cNvPr id="22" name="Google Shape;22;p1"/>
          <p:cNvSpPr txBox="1">
            <a:spLocks noGrp="1"/>
          </p:cNvSpPr>
          <p:nvPr>
            <p:ph type="body" idx="1"/>
          </p:nvPr>
        </p:nvSpPr>
        <p:spPr>
          <a:xfrm>
            <a:off x="671512" y="2381250"/>
            <a:ext cx="6997700" cy="4278312"/>
          </a:xfrm>
          <a:prstGeom prst="rect">
            <a:avLst/>
          </a:prstGeom>
          <a:noFill/>
          <a:ln>
            <a:noFill/>
          </a:ln>
        </p:spPr>
        <p:txBody>
          <a:bodyPr spcFirstLastPara="1" wrap="square" lIns="91425" tIns="45700" rIns="91425" bIns="45700" anchor="t" anchorCtr="0">
            <a:noAutofit/>
          </a:bodyPr>
          <a:lstStyle>
            <a:lvl1pPr marL="457200" marR="0" lvl="0" indent="-325120" algn="l" rtl="0">
              <a:spcBef>
                <a:spcPts val="1100"/>
              </a:spcBef>
              <a:spcAft>
                <a:spcPts val="0"/>
              </a:spcAft>
              <a:buClr>
                <a:schemeClr val="accent1"/>
              </a:buClr>
              <a:buSzPts val="1520"/>
              <a:buFont typeface="Noto Sans Symbols"/>
              <a:buChar char="►"/>
              <a:defRPr sz="1900" b="0" i="0" u="none" strike="noStrike" cap="none">
                <a:solidFill>
                  <a:srgbClr val="404040"/>
                </a:solidFill>
                <a:latin typeface="Trebuchet MS"/>
                <a:ea typeface="Trebuchet MS"/>
                <a:cs typeface="Trebuchet MS"/>
                <a:sym typeface="Trebuchet MS"/>
              </a:defRPr>
            </a:lvl1pPr>
            <a:lvl2pPr marL="914400" marR="0" lvl="1" indent="-314960" algn="l" rtl="0">
              <a:spcBef>
                <a:spcPts val="1100"/>
              </a:spcBef>
              <a:spcAft>
                <a:spcPts val="0"/>
              </a:spcAft>
              <a:buClr>
                <a:schemeClr val="accent1"/>
              </a:buClr>
              <a:buSzPts val="1360"/>
              <a:buFont typeface="Noto Sans Symbols"/>
              <a:buChar char="►"/>
              <a:defRPr sz="1700" b="0" i="0" u="none" strike="noStrike" cap="none">
                <a:solidFill>
                  <a:srgbClr val="404040"/>
                </a:solidFill>
                <a:latin typeface="Trebuchet MS"/>
                <a:ea typeface="Trebuchet MS"/>
                <a:cs typeface="Trebuchet MS"/>
                <a:sym typeface="Trebuchet MS"/>
              </a:defRPr>
            </a:lvl2pPr>
            <a:lvl3pPr marL="1371600" marR="0" lvl="2" indent="-304800" algn="l" rtl="0">
              <a:spcBef>
                <a:spcPts val="1100"/>
              </a:spcBef>
              <a:spcAft>
                <a:spcPts val="0"/>
              </a:spcAft>
              <a:buClr>
                <a:schemeClr val="accent1"/>
              </a:buClr>
              <a:buSzPts val="1200"/>
              <a:buFont typeface="Noto Sans Symbols"/>
              <a:buChar char="►"/>
              <a:defRPr sz="1500" b="0" i="0" u="none" strike="noStrike" cap="none">
                <a:solidFill>
                  <a:srgbClr val="404040"/>
                </a:solidFill>
                <a:latin typeface="Trebuchet MS"/>
                <a:ea typeface="Trebuchet MS"/>
                <a:cs typeface="Trebuchet MS"/>
                <a:sym typeface="Trebuchet MS"/>
              </a:defRPr>
            </a:lvl3pPr>
            <a:lvl4pPr marL="1828800" marR="0" lvl="3" indent="-294639" algn="l" rtl="0">
              <a:spcBef>
                <a:spcPts val="1100"/>
              </a:spcBef>
              <a:spcAft>
                <a:spcPts val="0"/>
              </a:spcAft>
              <a:buClr>
                <a:schemeClr val="accent1"/>
              </a:buClr>
              <a:buSzPts val="1040"/>
              <a:buFont typeface="Noto Sans Symbols"/>
              <a:buChar char="►"/>
              <a:defRPr sz="1300" b="0" i="0" u="none" strike="noStrike" cap="none">
                <a:solidFill>
                  <a:srgbClr val="404040"/>
                </a:solidFill>
                <a:latin typeface="Trebuchet MS"/>
                <a:ea typeface="Trebuchet MS"/>
                <a:cs typeface="Trebuchet MS"/>
                <a:sym typeface="Trebuchet MS"/>
              </a:defRPr>
            </a:lvl4pPr>
            <a:lvl5pPr marL="2286000" marR="0" lvl="4" indent="-294639" algn="l" rtl="0">
              <a:spcBef>
                <a:spcPts val="1100"/>
              </a:spcBef>
              <a:spcAft>
                <a:spcPts val="0"/>
              </a:spcAft>
              <a:buClr>
                <a:schemeClr val="accent1"/>
              </a:buClr>
              <a:buSzPts val="1040"/>
              <a:buFont typeface="Noto Sans Symbols"/>
              <a:buChar char="►"/>
              <a:defRPr sz="1300" b="0" i="0" u="none" strike="noStrike" cap="none">
                <a:solidFill>
                  <a:srgbClr val="404040"/>
                </a:solidFill>
                <a:latin typeface="Trebuchet MS"/>
                <a:ea typeface="Trebuchet MS"/>
                <a:cs typeface="Trebuchet MS"/>
                <a:sym typeface="Trebuchet MS"/>
              </a:defRPr>
            </a:lvl5pPr>
            <a:lvl6pPr marL="2743200" marR="0" lvl="5" indent="-295808" algn="l" rtl="0">
              <a:spcBef>
                <a:spcPts val="1102"/>
              </a:spcBef>
              <a:spcAft>
                <a:spcPts val="0"/>
              </a:spcAft>
              <a:buClr>
                <a:schemeClr val="accent1"/>
              </a:buClr>
              <a:buSzPts val="1058"/>
              <a:buFont typeface="Noto Sans Symbols"/>
              <a:buChar char="►"/>
              <a:defRPr sz="1323" b="0" i="0" u="none" strike="noStrike" cap="none">
                <a:solidFill>
                  <a:srgbClr val="3F3F3F"/>
                </a:solidFill>
                <a:latin typeface="Trebuchet MS"/>
                <a:ea typeface="Trebuchet MS"/>
                <a:cs typeface="Trebuchet MS"/>
                <a:sym typeface="Trebuchet MS"/>
              </a:defRPr>
            </a:lvl6pPr>
            <a:lvl7pPr marL="3200400" marR="0" lvl="6" indent="-295808" algn="l" rtl="0">
              <a:spcBef>
                <a:spcPts val="1102"/>
              </a:spcBef>
              <a:spcAft>
                <a:spcPts val="0"/>
              </a:spcAft>
              <a:buClr>
                <a:schemeClr val="accent1"/>
              </a:buClr>
              <a:buSzPts val="1058"/>
              <a:buFont typeface="Noto Sans Symbols"/>
              <a:buChar char="►"/>
              <a:defRPr sz="1323" b="0" i="0" u="none" strike="noStrike" cap="none">
                <a:solidFill>
                  <a:srgbClr val="3F3F3F"/>
                </a:solidFill>
                <a:latin typeface="Trebuchet MS"/>
                <a:ea typeface="Trebuchet MS"/>
                <a:cs typeface="Trebuchet MS"/>
                <a:sym typeface="Trebuchet MS"/>
              </a:defRPr>
            </a:lvl7pPr>
            <a:lvl8pPr marL="3657600" marR="0" lvl="7" indent="-295808" algn="l" rtl="0">
              <a:spcBef>
                <a:spcPts val="1102"/>
              </a:spcBef>
              <a:spcAft>
                <a:spcPts val="0"/>
              </a:spcAft>
              <a:buClr>
                <a:schemeClr val="accent1"/>
              </a:buClr>
              <a:buSzPts val="1058"/>
              <a:buFont typeface="Noto Sans Symbols"/>
              <a:buChar char="►"/>
              <a:defRPr sz="1323" b="0" i="0" u="none" strike="noStrike" cap="none">
                <a:solidFill>
                  <a:srgbClr val="3F3F3F"/>
                </a:solidFill>
                <a:latin typeface="Trebuchet MS"/>
                <a:ea typeface="Trebuchet MS"/>
                <a:cs typeface="Trebuchet MS"/>
                <a:sym typeface="Trebuchet MS"/>
              </a:defRPr>
            </a:lvl8pPr>
            <a:lvl9pPr marL="4114800" marR="0" lvl="8" indent="-295808" algn="l" rtl="0">
              <a:spcBef>
                <a:spcPts val="1102"/>
              </a:spcBef>
              <a:spcAft>
                <a:spcPts val="0"/>
              </a:spcAft>
              <a:buClr>
                <a:schemeClr val="accent1"/>
              </a:buClr>
              <a:buSzPts val="1058"/>
              <a:buFont typeface="Noto Sans Symbols"/>
              <a:buChar char="►"/>
              <a:defRPr sz="1323" b="0" i="0" u="none" strike="noStrike" cap="none">
                <a:solidFill>
                  <a:srgbClr val="3F3F3F"/>
                </a:solidFill>
                <a:latin typeface="Trebuchet MS"/>
                <a:ea typeface="Trebuchet MS"/>
                <a:cs typeface="Trebuchet MS"/>
                <a:sym typeface="Trebuchet MS"/>
              </a:defRPr>
            </a:lvl9pPr>
          </a:lstStyle>
          <a:p>
            <a:endParaRPr/>
          </a:p>
        </p:txBody>
      </p:sp>
      <p:sp>
        <p:nvSpPr>
          <p:cNvPr id="23" name="Google Shape;23;p1"/>
          <p:cNvSpPr txBox="1">
            <a:spLocks noGrp="1"/>
          </p:cNvSpPr>
          <p:nvPr>
            <p:ph type="dt" idx="10"/>
          </p:nvPr>
        </p:nvSpPr>
        <p:spPr>
          <a:xfrm>
            <a:off x="5959475" y="6659562"/>
            <a:ext cx="754062" cy="401637"/>
          </a:xfrm>
          <a:prstGeom prst="rect">
            <a:avLst/>
          </a:prstGeom>
          <a:noFill/>
          <a:ln>
            <a:noFill/>
          </a:ln>
        </p:spPr>
        <p:txBody>
          <a:bodyPr spcFirstLastPara="1" wrap="square" lIns="91425" tIns="45700" rIns="91425" bIns="45700" anchor="ctr" anchorCtr="0">
            <a:noAutofit/>
          </a:bodyPr>
          <a:lstStyle>
            <a:lvl1pPr marR="0" lvl="0" algn="r" rtl="0">
              <a:lnSpc>
                <a:spcPct val="100000"/>
              </a:lnSpc>
              <a:spcBef>
                <a:spcPts val="0"/>
              </a:spcBef>
              <a:spcAft>
                <a:spcPts val="0"/>
              </a:spcAft>
              <a:buSzPts val="1400"/>
              <a:buNone/>
              <a:defRPr sz="900" b="0" i="0" u="none">
                <a:solidFill>
                  <a:srgbClr val="898989"/>
                </a:solidFill>
                <a:latin typeface="Trebuchet MS"/>
                <a:ea typeface="Trebuchet MS"/>
                <a:cs typeface="Trebuchet MS"/>
                <a:sym typeface="Trebuchet MS"/>
              </a:defRPr>
            </a:lvl1pPr>
            <a:lvl2pPr marR="0" lvl="1" algn="l" rtl="0">
              <a:lnSpc>
                <a:spcPct val="100000"/>
              </a:lnSpc>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2pPr>
            <a:lvl3pPr marR="0" lvl="2" algn="l" rtl="0">
              <a:lnSpc>
                <a:spcPct val="100000"/>
              </a:lnSpc>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3pPr>
            <a:lvl4pPr marR="0" lvl="3" algn="l" rtl="0">
              <a:lnSpc>
                <a:spcPct val="100000"/>
              </a:lnSpc>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4pPr>
            <a:lvl5pPr marR="0" lvl="4" algn="l" rtl="0">
              <a:lnSpc>
                <a:spcPct val="100000"/>
              </a:lnSpc>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5pPr>
            <a:lvl6pPr marR="0" lvl="5" algn="l" rtl="0">
              <a:lnSpc>
                <a:spcPct val="100000"/>
              </a:lnSpc>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6pPr>
            <a:lvl7pPr marR="0" lvl="6" algn="l" rtl="0">
              <a:lnSpc>
                <a:spcPct val="100000"/>
              </a:lnSpc>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7pPr>
            <a:lvl8pPr marR="0" lvl="7" algn="l" rtl="0">
              <a:lnSpc>
                <a:spcPct val="100000"/>
              </a:lnSpc>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8pPr>
            <a:lvl9pPr marR="0" lvl="8" algn="l" rtl="0">
              <a:lnSpc>
                <a:spcPct val="100000"/>
              </a:lnSpc>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9pPr>
          </a:lstStyle>
          <a:p>
            <a:endParaRPr/>
          </a:p>
        </p:txBody>
      </p:sp>
      <p:sp>
        <p:nvSpPr>
          <p:cNvPr id="24" name="Google Shape;24;p1"/>
          <p:cNvSpPr txBox="1">
            <a:spLocks noGrp="1"/>
          </p:cNvSpPr>
          <p:nvPr>
            <p:ph type="ftr" idx="11"/>
          </p:nvPr>
        </p:nvSpPr>
        <p:spPr>
          <a:xfrm>
            <a:off x="671512" y="6659562"/>
            <a:ext cx="5097462" cy="401637"/>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SzPts val="1400"/>
              <a:buNone/>
              <a:defRPr sz="1800" b="0" i="0" u="none">
                <a:solidFill>
                  <a:schemeClr val="dk1"/>
                </a:solidFill>
                <a:latin typeface="Trebuchet MS"/>
                <a:ea typeface="Trebuchet MS"/>
                <a:cs typeface="Trebuchet MS"/>
                <a:sym typeface="Trebuchet MS"/>
              </a:defRPr>
            </a:lvl1pPr>
            <a:lvl2pPr marR="0" lvl="1" algn="l" rtl="0">
              <a:lnSpc>
                <a:spcPct val="100000"/>
              </a:lnSpc>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2pPr>
            <a:lvl3pPr marR="0" lvl="2" algn="l" rtl="0">
              <a:lnSpc>
                <a:spcPct val="100000"/>
              </a:lnSpc>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3pPr>
            <a:lvl4pPr marR="0" lvl="3" algn="l" rtl="0">
              <a:lnSpc>
                <a:spcPct val="100000"/>
              </a:lnSpc>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4pPr>
            <a:lvl5pPr marR="0" lvl="4" algn="l" rtl="0">
              <a:lnSpc>
                <a:spcPct val="100000"/>
              </a:lnSpc>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5pPr>
            <a:lvl6pPr marR="0" lvl="5" algn="l" rtl="0">
              <a:lnSpc>
                <a:spcPct val="100000"/>
              </a:lnSpc>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6pPr>
            <a:lvl7pPr marR="0" lvl="6" algn="l" rtl="0">
              <a:lnSpc>
                <a:spcPct val="100000"/>
              </a:lnSpc>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7pPr>
            <a:lvl8pPr marR="0" lvl="7" algn="l" rtl="0">
              <a:lnSpc>
                <a:spcPct val="100000"/>
              </a:lnSpc>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8pPr>
            <a:lvl9pPr marR="0" lvl="8" algn="l" rtl="0">
              <a:lnSpc>
                <a:spcPct val="100000"/>
              </a:lnSpc>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9pPr>
          </a:lstStyle>
          <a:p>
            <a:endParaRPr/>
          </a:p>
        </p:txBody>
      </p:sp>
      <p:sp>
        <p:nvSpPr>
          <p:cNvPr id="25" name="Google Shape;25;p1"/>
          <p:cNvSpPr txBox="1">
            <a:spLocks noGrp="1"/>
          </p:cNvSpPr>
          <p:nvPr>
            <p:ph type="sldNum" idx="12"/>
          </p:nvPr>
        </p:nvSpPr>
        <p:spPr>
          <a:xfrm>
            <a:off x="7104062" y="6659562"/>
            <a:ext cx="565150" cy="401637"/>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1pPr>
            <a:lvl2pPr marL="0" marR="0" lvl="1"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2pPr>
            <a:lvl3pPr marL="0" marR="0" lvl="2"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3pPr>
            <a:lvl4pPr marL="0" marR="0" lvl="3"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4pPr>
            <a:lvl5pPr marL="0" marR="0" lvl="4"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5pPr>
            <a:lvl6pPr marL="0" marR="0" lvl="5"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6pPr>
            <a:lvl7pPr marL="0" marR="0" lvl="6"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7pPr>
            <a:lvl8pPr marL="0" marR="0" lvl="7"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8pPr>
            <a:lvl9pPr marL="0" marR="0" lvl="8"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9pPr>
          </a:lstStyle>
          <a:p>
            <a:pPr marL="0" lvl="0" indent="0" algn="r" rtl="0">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48"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2"/>
        <p:cNvGrpSpPr/>
        <p:nvPr/>
      </p:nvGrpSpPr>
      <p:grpSpPr>
        <a:xfrm>
          <a:off x="0" y="0"/>
          <a:ext cx="0" cy="0"/>
          <a:chOff x="0" y="0"/>
          <a:chExt cx="0" cy="0"/>
        </a:xfrm>
      </p:grpSpPr>
      <p:grpSp>
        <p:nvGrpSpPr>
          <p:cNvPr id="33" name="Google Shape;33;p3"/>
          <p:cNvGrpSpPr/>
          <p:nvPr/>
        </p:nvGrpSpPr>
        <p:grpSpPr>
          <a:xfrm>
            <a:off x="-9525" y="-9525"/>
            <a:ext cx="10110787" cy="7578725"/>
            <a:chOff x="-8467" y="-8468"/>
            <a:chExt cx="9171317" cy="6874935"/>
          </a:xfrm>
        </p:grpSpPr>
        <p:sp>
          <p:nvSpPr>
            <p:cNvPr id="34" name="Google Shape;34;p3"/>
            <p:cNvSpPr/>
            <p:nvPr/>
          </p:nvSpPr>
          <p:spPr>
            <a:xfrm>
              <a:off x="-8467" y="4013672"/>
              <a:ext cx="457918" cy="2852795"/>
            </a:xfrm>
            <a:custGeom>
              <a:avLst/>
              <a:gdLst/>
              <a:ahLst/>
              <a:cxnLst/>
              <a:rect l="l" t="t" r="r" b="b"/>
              <a:pathLst>
                <a:path w="457200" h="2853267" extrusionOk="0">
                  <a:moveTo>
                    <a:pt x="0" y="0"/>
                  </a:moveTo>
                  <a:lnTo>
                    <a:pt x="457200" y="2853267"/>
                  </a:lnTo>
                  <a:lnTo>
                    <a:pt x="0" y="2844800"/>
                  </a:lnTo>
                  <a:cubicBezTo>
                    <a:pt x="2822" y="1905000"/>
                    <a:pt x="5645" y="965200"/>
                    <a:pt x="0" y="0"/>
                  </a:cubicBezTo>
                  <a:close/>
                </a:path>
              </a:pathLst>
            </a:custGeom>
            <a:solidFill>
              <a:schemeClr val="accent1">
                <a:alpha val="70196"/>
              </a:schemeClr>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Trebuchet MS"/>
                <a:ea typeface="Trebuchet MS"/>
                <a:cs typeface="Trebuchet MS"/>
                <a:sym typeface="Trebuchet MS"/>
              </a:endParaRPr>
            </a:p>
          </p:txBody>
        </p:sp>
        <p:cxnSp>
          <p:nvCxnSpPr>
            <p:cNvPr id="35" name="Google Shape;35;p3"/>
            <p:cNvCxnSpPr/>
            <p:nvPr/>
          </p:nvCxnSpPr>
          <p:spPr>
            <a:xfrm rot="10800000" flipH="1">
              <a:off x="5130869" y="4174961"/>
              <a:ext cx="4021900" cy="2682866"/>
            </a:xfrm>
            <a:prstGeom prst="straightConnector1">
              <a:avLst/>
            </a:prstGeom>
            <a:noFill/>
            <a:ln w="9525" cap="rnd" cmpd="sng">
              <a:solidFill>
                <a:schemeClr val="accent1">
                  <a:alpha val="70196"/>
                </a:schemeClr>
              </a:solidFill>
              <a:prstDash val="solid"/>
              <a:miter lim="800000"/>
              <a:headEnd type="none" w="med" len="med"/>
              <a:tailEnd type="none" w="med" len="med"/>
            </a:ln>
          </p:spPr>
        </p:cxnSp>
        <p:cxnSp>
          <p:nvCxnSpPr>
            <p:cNvPr id="36" name="Google Shape;36;p3"/>
            <p:cNvCxnSpPr/>
            <p:nvPr/>
          </p:nvCxnSpPr>
          <p:spPr>
            <a:xfrm>
              <a:off x="7043180" y="172"/>
              <a:ext cx="1218234" cy="6857654"/>
            </a:xfrm>
            <a:prstGeom prst="straightConnector1">
              <a:avLst/>
            </a:prstGeom>
            <a:noFill/>
            <a:ln w="9525" cap="rnd" cmpd="sng">
              <a:solidFill>
                <a:schemeClr val="accent1">
                  <a:alpha val="70196"/>
                </a:schemeClr>
              </a:solidFill>
              <a:prstDash val="solid"/>
              <a:miter lim="800000"/>
              <a:headEnd type="none" w="med" len="med"/>
              <a:tailEnd type="none" w="med" len="med"/>
            </a:ln>
          </p:spPr>
        </p:cxnSp>
        <p:sp>
          <p:nvSpPr>
            <p:cNvPr id="37" name="Google Shape;37;p3"/>
            <p:cNvSpPr/>
            <p:nvPr/>
          </p:nvSpPr>
          <p:spPr>
            <a:xfrm>
              <a:off x="6891980" y="172"/>
              <a:ext cx="2269429" cy="6866295"/>
            </a:xfrm>
            <a:custGeom>
              <a:avLst/>
              <a:gdLst/>
              <a:ahLst/>
              <a:cxnLst/>
              <a:rect l="l" t="t" r="r" b="b"/>
              <a:pathLst>
                <a:path w="2269442" h="6866466" extrusionOk="0">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6078"/>
              </a:schemeClr>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Trebuchet MS"/>
                <a:ea typeface="Trebuchet MS"/>
                <a:cs typeface="Trebuchet MS"/>
                <a:sym typeface="Trebuchet MS"/>
              </a:endParaRPr>
            </a:p>
          </p:txBody>
        </p:sp>
        <p:sp>
          <p:nvSpPr>
            <p:cNvPr id="38" name="Google Shape;38;p3"/>
            <p:cNvSpPr/>
            <p:nvPr/>
          </p:nvSpPr>
          <p:spPr>
            <a:xfrm>
              <a:off x="7204459" y="-8468"/>
              <a:ext cx="1948310" cy="6866295"/>
            </a:xfrm>
            <a:custGeom>
              <a:avLst/>
              <a:gdLst/>
              <a:ahLst/>
              <a:cxnLst/>
              <a:rect l="l" t="t" r="r" b="b"/>
              <a:pathLst>
                <a:path w="1948147" h="6866467" extrusionOk="0">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Trebuchet MS"/>
                <a:ea typeface="Trebuchet MS"/>
                <a:cs typeface="Trebuchet MS"/>
                <a:sym typeface="Trebuchet MS"/>
              </a:endParaRPr>
            </a:p>
          </p:txBody>
        </p:sp>
        <p:sp>
          <p:nvSpPr>
            <p:cNvPr id="39" name="Google Shape;39;p3"/>
            <p:cNvSpPr/>
            <p:nvPr/>
          </p:nvSpPr>
          <p:spPr>
            <a:xfrm>
              <a:off x="6638542" y="3920066"/>
              <a:ext cx="2512789" cy="2937760"/>
            </a:xfrm>
            <a:custGeom>
              <a:avLst/>
              <a:gdLst/>
              <a:ahLst/>
              <a:cxnLst/>
              <a:rect l="l" t="t" r="r" b="b"/>
              <a:pathLst>
                <a:path w="3259667" h="3810000" extrusionOk="0">
                  <a:moveTo>
                    <a:pt x="0" y="3810000"/>
                  </a:moveTo>
                  <a:lnTo>
                    <a:pt x="3251200" y="0"/>
                  </a:lnTo>
                  <a:cubicBezTo>
                    <a:pt x="3254022" y="1270000"/>
                    <a:pt x="3256845" y="2540000"/>
                    <a:pt x="3259667" y="3810000"/>
                  </a:cubicBezTo>
                  <a:lnTo>
                    <a:pt x="0" y="3810000"/>
                  </a:lnTo>
                  <a:close/>
                </a:path>
              </a:pathLst>
            </a:custGeom>
            <a:solidFill>
              <a:srgbClr val="17B0E4">
                <a:alpha val="65882"/>
              </a:srgbClr>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Trebuchet MS"/>
                <a:ea typeface="Trebuchet MS"/>
                <a:cs typeface="Trebuchet MS"/>
                <a:sym typeface="Trebuchet MS"/>
              </a:endParaRPr>
            </a:p>
          </p:txBody>
        </p:sp>
        <p:sp>
          <p:nvSpPr>
            <p:cNvPr id="40" name="Google Shape;40;p3"/>
            <p:cNvSpPr/>
            <p:nvPr/>
          </p:nvSpPr>
          <p:spPr>
            <a:xfrm>
              <a:off x="7010060" y="-8468"/>
              <a:ext cx="2142710" cy="6866295"/>
            </a:xfrm>
            <a:custGeom>
              <a:avLst/>
              <a:gdLst/>
              <a:ahLst/>
              <a:cxnLst/>
              <a:rect l="l" t="t" r="r" b="b"/>
              <a:pathLst>
                <a:path w="2853267" h="6866467" extrusionOk="0">
                  <a:moveTo>
                    <a:pt x="0" y="0"/>
                  </a:moveTo>
                  <a:lnTo>
                    <a:pt x="2472267" y="6866467"/>
                  </a:lnTo>
                  <a:lnTo>
                    <a:pt x="2853267" y="6858000"/>
                  </a:lnTo>
                  <a:lnTo>
                    <a:pt x="2853267" y="0"/>
                  </a:lnTo>
                  <a:lnTo>
                    <a:pt x="0" y="0"/>
                  </a:lnTo>
                  <a:close/>
                </a:path>
              </a:pathLst>
            </a:custGeom>
            <a:solidFill>
              <a:srgbClr val="17B0E4">
                <a:alpha val="50196"/>
              </a:srgbClr>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Trebuchet MS"/>
                <a:ea typeface="Trebuchet MS"/>
                <a:cs typeface="Trebuchet MS"/>
                <a:sym typeface="Trebuchet MS"/>
              </a:endParaRPr>
            </a:p>
          </p:txBody>
        </p:sp>
        <p:sp>
          <p:nvSpPr>
            <p:cNvPr id="41" name="Google Shape;41;p3"/>
            <p:cNvSpPr/>
            <p:nvPr/>
          </p:nvSpPr>
          <p:spPr>
            <a:xfrm>
              <a:off x="8295974" y="-8468"/>
              <a:ext cx="856795" cy="6866295"/>
            </a:xfrm>
            <a:custGeom>
              <a:avLst/>
              <a:gdLst/>
              <a:ahLst/>
              <a:cxnLst/>
              <a:rect l="l" t="t" r="r" b="b"/>
              <a:pathLst>
                <a:path w="1286933" h="6866467" extrusionOk="0">
                  <a:moveTo>
                    <a:pt x="1016000" y="0"/>
                  </a:moveTo>
                  <a:lnTo>
                    <a:pt x="0" y="6866467"/>
                  </a:lnTo>
                  <a:lnTo>
                    <a:pt x="1286933" y="6866467"/>
                  </a:lnTo>
                  <a:cubicBezTo>
                    <a:pt x="1284111" y="4577645"/>
                    <a:pt x="1281288" y="2288822"/>
                    <a:pt x="1278466" y="0"/>
                  </a:cubicBezTo>
                  <a:lnTo>
                    <a:pt x="1016000" y="0"/>
                  </a:lnTo>
                  <a:close/>
                </a:path>
              </a:pathLst>
            </a:custGeom>
            <a:solidFill>
              <a:schemeClr val="accent2">
                <a:alpha val="70196"/>
              </a:schemeClr>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Trebuchet MS"/>
                <a:ea typeface="Trebuchet MS"/>
                <a:cs typeface="Trebuchet MS"/>
                <a:sym typeface="Trebuchet MS"/>
              </a:endParaRPr>
            </a:p>
          </p:txBody>
        </p:sp>
        <p:sp>
          <p:nvSpPr>
            <p:cNvPr id="42" name="Google Shape;42;p3"/>
            <p:cNvSpPr/>
            <p:nvPr/>
          </p:nvSpPr>
          <p:spPr>
            <a:xfrm>
              <a:off x="8094375" y="-8468"/>
              <a:ext cx="1067034" cy="6866295"/>
            </a:xfrm>
            <a:custGeom>
              <a:avLst/>
              <a:gdLst/>
              <a:ahLst/>
              <a:cxnLst/>
              <a:rect l="l" t="t" r="r" b="b"/>
              <a:pathLst>
                <a:path w="1270244" h="6866467" extrusionOk="0">
                  <a:moveTo>
                    <a:pt x="0" y="0"/>
                  </a:moveTo>
                  <a:lnTo>
                    <a:pt x="1117600" y="6866467"/>
                  </a:lnTo>
                  <a:lnTo>
                    <a:pt x="1270000" y="6866467"/>
                  </a:lnTo>
                  <a:cubicBezTo>
                    <a:pt x="1272822" y="4574822"/>
                    <a:pt x="1250245" y="2291645"/>
                    <a:pt x="1253067" y="0"/>
                  </a:cubicBezTo>
                  <a:lnTo>
                    <a:pt x="0" y="0"/>
                  </a:lnTo>
                  <a:close/>
                </a:path>
              </a:pathLst>
            </a:custGeom>
            <a:solidFill>
              <a:srgbClr val="236292">
                <a:alpha val="81960"/>
              </a:srgbClr>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Trebuchet MS"/>
                <a:ea typeface="Trebuchet MS"/>
                <a:cs typeface="Trebuchet MS"/>
                <a:sym typeface="Trebuchet MS"/>
              </a:endParaRPr>
            </a:p>
          </p:txBody>
        </p:sp>
        <p:sp>
          <p:nvSpPr>
            <p:cNvPr id="43" name="Google Shape;43;p3"/>
            <p:cNvSpPr/>
            <p:nvPr/>
          </p:nvSpPr>
          <p:spPr>
            <a:xfrm>
              <a:off x="8068455" y="4893559"/>
              <a:ext cx="1094395" cy="1964267"/>
            </a:xfrm>
            <a:custGeom>
              <a:avLst/>
              <a:gdLst/>
              <a:ahLst/>
              <a:cxnLst/>
              <a:rect l="l" t="t" r="r" b="b"/>
              <a:pathLst>
                <a:path w="1820333" h="3268133" extrusionOk="0">
                  <a:moveTo>
                    <a:pt x="0" y="3268133"/>
                  </a:moveTo>
                  <a:lnTo>
                    <a:pt x="1811866" y="0"/>
                  </a:lnTo>
                  <a:cubicBezTo>
                    <a:pt x="1814688" y="1086555"/>
                    <a:pt x="1817511" y="2173111"/>
                    <a:pt x="1820333" y="3259666"/>
                  </a:cubicBezTo>
                  <a:lnTo>
                    <a:pt x="0" y="3268133"/>
                  </a:lnTo>
                  <a:close/>
                </a:path>
              </a:pathLst>
            </a:custGeom>
            <a:solidFill>
              <a:srgbClr val="17B0E4">
                <a:alpha val="65882"/>
              </a:srgbClr>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Trebuchet MS"/>
                <a:ea typeface="Trebuchet MS"/>
                <a:cs typeface="Trebuchet MS"/>
                <a:sym typeface="Trebuchet MS"/>
              </a:endParaRPr>
            </a:p>
          </p:txBody>
        </p:sp>
      </p:grpSp>
      <p:sp>
        <p:nvSpPr>
          <p:cNvPr id="44" name="Google Shape;44;p3"/>
          <p:cNvSpPr txBox="1">
            <a:spLocks noGrp="1"/>
          </p:cNvSpPr>
          <p:nvPr>
            <p:ph type="title"/>
          </p:nvPr>
        </p:nvSpPr>
        <p:spPr>
          <a:xfrm>
            <a:off x="671512" y="671512"/>
            <a:ext cx="6997700" cy="1455737"/>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3900" b="0" i="0" u="none" strike="noStrike" cap="none">
                <a:solidFill>
                  <a:schemeClr val="accent1"/>
                </a:solidFill>
                <a:latin typeface="Trebuchet MS"/>
                <a:ea typeface="Trebuchet MS"/>
                <a:cs typeface="Trebuchet MS"/>
                <a:sym typeface="Trebuchet MS"/>
              </a:defRPr>
            </a:lvl1pPr>
            <a:lvl2pPr marR="0" lvl="1" algn="l" rtl="0">
              <a:spcBef>
                <a:spcPts val="0"/>
              </a:spcBef>
              <a:spcAft>
                <a:spcPts val="0"/>
              </a:spcAft>
              <a:buSzPts val="1400"/>
              <a:buNone/>
              <a:defRPr sz="3900" b="0" i="0" u="none" strike="noStrike" cap="none">
                <a:solidFill>
                  <a:schemeClr val="accent1"/>
                </a:solidFill>
                <a:latin typeface="Trebuchet MS"/>
                <a:ea typeface="Trebuchet MS"/>
                <a:cs typeface="Trebuchet MS"/>
                <a:sym typeface="Trebuchet MS"/>
              </a:defRPr>
            </a:lvl2pPr>
            <a:lvl3pPr marR="0" lvl="2" algn="l" rtl="0">
              <a:spcBef>
                <a:spcPts val="0"/>
              </a:spcBef>
              <a:spcAft>
                <a:spcPts val="0"/>
              </a:spcAft>
              <a:buSzPts val="1400"/>
              <a:buNone/>
              <a:defRPr sz="3900" b="0" i="0" u="none" strike="noStrike" cap="none">
                <a:solidFill>
                  <a:schemeClr val="accent1"/>
                </a:solidFill>
                <a:latin typeface="Trebuchet MS"/>
                <a:ea typeface="Trebuchet MS"/>
                <a:cs typeface="Trebuchet MS"/>
                <a:sym typeface="Trebuchet MS"/>
              </a:defRPr>
            </a:lvl3pPr>
            <a:lvl4pPr marR="0" lvl="3" algn="l" rtl="0">
              <a:spcBef>
                <a:spcPts val="0"/>
              </a:spcBef>
              <a:spcAft>
                <a:spcPts val="0"/>
              </a:spcAft>
              <a:buSzPts val="1400"/>
              <a:buNone/>
              <a:defRPr sz="3900" b="0" i="0" u="none" strike="noStrike" cap="none">
                <a:solidFill>
                  <a:schemeClr val="accent1"/>
                </a:solidFill>
                <a:latin typeface="Trebuchet MS"/>
                <a:ea typeface="Trebuchet MS"/>
                <a:cs typeface="Trebuchet MS"/>
                <a:sym typeface="Trebuchet MS"/>
              </a:defRPr>
            </a:lvl4pPr>
            <a:lvl5pPr marR="0" lvl="4" algn="l" rtl="0">
              <a:spcBef>
                <a:spcPts val="0"/>
              </a:spcBef>
              <a:spcAft>
                <a:spcPts val="0"/>
              </a:spcAft>
              <a:buSzPts val="1400"/>
              <a:buNone/>
              <a:defRPr sz="3900" b="0" i="0" u="none" strike="noStrike" cap="none">
                <a:solidFill>
                  <a:schemeClr val="accent1"/>
                </a:solidFill>
                <a:latin typeface="Trebuchet MS"/>
                <a:ea typeface="Trebuchet MS"/>
                <a:cs typeface="Trebuchet MS"/>
                <a:sym typeface="Trebuchet MS"/>
              </a:defRPr>
            </a:lvl5pPr>
            <a:lvl6pPr marR="0" lvl="5" algn="l" rtl="0">
              <a:spcBef>
                <a:spcPts val="0"/>
              </a:spcBef>
              <a:spcAft>
                <a:spcPts val="0"/>
              </a:spcAft>
              <a:buSzPts val="1400"/>
              <a:buNone/>
              <a:defRPr sz="1800" b="0" i="0" u="none" strike="noStrike" cap="none">
                <a:solidFill>
                  <a:schemeClr val="dk2"/>
                </a:solidFill>
              </a:defRPr>
            </a:lvl6pPr>
            <a:lvl7pPr marR="0" lvl="6" algn="l" rtl="0">
              <a:spcBef>
                <a:spcPts val="0"/>
              </a:spcBef>
              <a:spcAft>
                <a:spcPts val="0"/>
              </a:spcAft>
              <a:buSzPts val="1400"/>
              <a:buNone/>
              <a:defRPr sz="1800" b="0" i="0" u="none" strike="noStrike" cap="none">
                <a:solidFill>
                  <a:schemeClr val="dk2"/>
                </a:solidFill>
              </a:defRPr>
            </a:lvl7pPr>
            <a:lvl8pPr marR="0" lvl="7" algn="l" rtl="0">
              <a:spcBef>
                <a:spcPts val="0"/>
              </a:spcBef>
              <a:spcAft>
                <a:spcPts val="0"/>
              </a:spcAft>
              <a:buSzPts val="1400"/>
              <a:buNone/>
              <a:defRPr sz="1800" b="0" i="0" u="none" strike="noStrike" cap="none">
                <a:solidFill>
                  <a:schemeClr val="dk2"/>
                </a:solidFill>
              </a:defRPr>
            </a:lvl8pPr>
            <a:lvl9pPr marR="0" lvl="8" algn="l" rtl="0">
              <a:spcBef>
                <a:spcPts val="0"/>
              </a:spcBef>
              <a:spcAft>
                <a:spcPts val="0"/>
              </a:spcAft>
              <a:buSzPts val="1400"/>
              <a:buNone/>
              <a:defRPr sz="1800" b="0" i="0" u="none" strike="noStrike" cap="none">
                <a:solidFill>
                  <a:schemeClr val="dk2"/>
                </a:solidFill>
              </a:defRPr>
            </a:lvl9pPr>
          </a:lstStyle>
          <a:p>
            <a:endParaRPr/>
          </a:p>
        </p:txBody>
      </p:sp>
      <p:sp>
        <p:nvSpPr>
          <p:cNvPr id="45" name="Google Shape;45;p3"/>
          <p:cNvSpPr txBox="1">
            <a:spLocks noGrp="1"/>
          </p:cNvSpPr>
          <p:nvPr>
            <p:ph type="body" idx="1"/>
          </p:nvPr>
        </p:nvSpPr>
        <p:spPr>
          <a:xfrm>
            <a:off x="671512" y="2381250"/>
            <a:ext cx="6997700" cy="4278312"/>
          </a:xfrm>
          <a:prstGeom prst="rect">
            <a:avLst/>
          </a:prstGeom>
          <a:noFill/>
          <a:ln>
            <a:noFill/>
          </a:ln>
        </p:spPr>
        <p:txBody>
          <a:bodyPr spcFirstLastPara="1" wrap="square" lIns="91425" tIns="45700" rIns="91425" bIns="45700" anchor="t" anchorCtr="0">
            <a:noAutofit/>
          </a:bodyPr>
          <a:lstStyle>
            <a:lvl1pPr marL="457200" marR="0" lvl="0" indent="-325120" algn="l" rtl="0">
              <a:spcBef>
                <a:spcPts val="1100"/>
              </a:spcBef>
              <a:spcAft>
                <a:spcPts val="0"/>
              </a:spcAft>
              <a:buClr>
                <a:schemeClr val="accent1"/>
              </a:buClr>
              <a:buSzPts val="1520"/>
              <a:buFont typeface="Noto Sans Symbols"/>
              <a:buChar char="►"/>
              <a:defRPr sz="1900" b="0" i="0" u="none" strike="noStrike" cap="none">
                <a:solidFill>
                  <a:srgbClr val="404040"/>
                </a:solidFill>
                <a:latin typeface="Trebuchet MS"/>
                <a:ea typeface="Trebuchet MS"/>
                <a:cs typeface="Trebuchet MS"/>
                <a:sym typeface="Trebuchet MS"/>
              </a:defRPr>
            </a:lvl1pPr>
            <a:lvl2pPr marL="914400" marR="0" lvl="1" indent="-314960" algn="l" rtl="0">
              <a:spcBef>
                <a:spcPts val="1100"/>
              </a:spcBef>
              <a:spcAft>
                <a:spcPts val="0"/>
              </a:spcAft>
              <a:buClr>
                <a:schemeClr val="accent1"/>
              </a:buClr>
              <a:buSzPts val="1360"/>
              <a:buFont typeface="Noto Sans Symbols"/>
              <a:buChar char="►"/>
              <a:defRPr sz="1700" b="0" i="0" u="none" strike="noStrike" cap="none">
                <a:solidFill>
                  <a:srgbClr val="404040"/>
                </a:solidFill>
                <a:latin typeface="Trebuchet MS"/>
                <a:ea typeface="Trebuchet MS"/>
                <a:cs typeface="Trebuchet MS"/>
                <a:sym typeface="Trebuchet MS"/>
              </a:defRPr>
            </a:lvl2pPr>
            <a:lvl3pPr marL="1371600" marR="0" lvl="2" indent="-304800" algn="l" rtl="0">
              <a:spcBef>
                <a:spcPts val="1100"/>
              </a:spcBef>
              <a:spcAft>
                <a:spcPts val="0"/>
              </a:spcAft>
              <a:buClr>
                <a:schemeClr val="accent1"/>
              </a:buClr>
              <a:buSzPts val="1200"/>
              <a:buFont typeface="Noto Sans Symbols"/>
              <a:buChar char="►"/>
              <a:defRPr sz="1500" b="0" i="0" u="none" strike="noStrike" cap="none">
                <a:solidFill>
                  <a:srgbClr val="404040"/>
                </a:solidFill>
                <a:latin typeface="Trebuchet MS"/>
                <a:ea typeface="Trebuchet MS"/>
                <a:cs typeface="Trebuchet MS"/>
                <a:sym typeface="Trebuchet MS"/>
              </a:defRPr>
            </a:lvl3pPr>
            <a:lvl4pPr marL="1828800" marR="0" lvl="3" indent="-294639" algn="l" rtl="0">
              <a:spcBef>
                <a:spcPts val="1100"/>
              </a:spcBef>
              <a:spcAft>
                <a:spcPts val="0"/>
              </a:spcAft>
              <a:buClr>
                <a:schemeClr val="accent1"/>
              </a:buClr>
              <a:buSzPts val="1040"/>
              <a:buFont typeface="Noto Sans Symbols"/>
              <a:buChar char="►"/>
              <a:defRPr sz="1300" b="0" i="0" u="none" strike="noStrike" cap="none">
                <a:solidFill>
                  <a:srgbClr val="404040"/>
                </a:solidFill>
                <a:latin typeface="Trebuchet MS"/>
                <a:ea typeface="Trebuchet MS"/>
                <a:cs typeface="Trebuchet MS"/>
                <a:sym typeface="Trebuchet MS"/>
              </a:defRPr>
            </a:lvl4pPr>
            <a:lvl5pPr marL="2286000" marR="0" lvl="4" indent="-294639" algn="l" rtl="0">
              <a:spcBef>
                <a:spcPts val="1100"/>
              </a:spcBef>
              <a:spcAft>
                <a:spcPts val="0"/>
              </a:spcAft>
              <a:buClr>
                <a:schemeClr val="accent1"/>
              </a:buClr>
              <a:buSzPts val="1040"/>
              <a:buFont typeface="Noto Sans Symbols"/>
              <a:buChar char="►"/>
              <a:defRPr sz="1300" b="0" i="0" u="none" strike="noStrike" cap="none">
                <a:solidFill>
                  <a:srgbClr val="404040"/>
                </a:solidFill>
                <a:latin typeface="Trebuchet MS"/>
                <a:ea typeface="Trebuchet MS"/>
                <a:cs typeface="Trebuchet MS"/>
                <a:sym typeface="Trebuchet MS"/>
              </a:defRPr>
            </a:lvl5pPr>
            <a:lvl6pPr marL="2743200" marR="0" lvl="5" indent="-295808" algn="l" rtl="0">
              <a:spcBef>
                <a:spcPts val="1102"/>
              </a:spcBef>
              <a:spcAft>
                <a:spcPts val="0"/>
              </a:spcAft>
              <a:buClr>
                <a:schemeClr val="accent1"/>
              </a:buClr>
              <a:buSzPts val="1058"/>
              <a:buFont typeface="Noto Sans Symbols"/>
              <a:buChar char="►"/>
              <a:defRPr sz="1323" b="0" i="0" u="none" strike="noStrike" cap="none">
                <a:solidFill>
                  <a:srgbClr val="3F3F3F"/>
                </a:solidFill>
                <a:latin typeface="Trebuchet MS"/>
                <a:ea typeface="Trebuchet MS"/>
                <a:cs typeface="Trebuchet MS"/>
                <a:sym typeface="Trebuchet MS"/>
              </a:defRPr>
            </a:lvl6pPr>
            <a:lvl7pPr marL="3200400" marR="0" lvl="6" indent="-295808" algn="l" rtl="0">
              <a:spcBef>
                <a:spcPts val="1102"/>
              </a:spcBef>
              <a:spcAft>
                <a:spcPts val="0"/>
              </a:spcAft>
              <a:buClr>
                <a:schemeClr val="accent1"/>
              </a:buClr>
              <a:buSzPts val="1058"/>
              <a:buFont typeface="Noto Sans Symbols"/>
              <a:buChar char="►"/>
              <a:defRPr sz="1323" b="0" i="0" u="none" strike="noStrike" cap="none">
                <a:solidFill>
                  <a:srgbClr val="3F3F3F"/>
                </a:solidFill>
                <a:latin typeface="Trebuchet MS"/>
                <a:ea typeface="Trebuchet MS"/>
                <a:cs typeface="Trebuchet MS"/>
                <a:sym typeface="Trebuchet MS"/>
              </a:defRPr>
            </a:lvl7pPr>
            <a:lvl8pPr marL="3657600" marR="0" lvl="7" indent="-295808" algn="l" rtl="0">
              <a:spcBef>
                <a:spcPts val="1102"/>
              </a:spcBef>
              <a:spcAft>
                <a:spcPts val="0"/>
              </a:spcAft>
              <a:buClr>
                <a:schemeClr val="accent1"/>
              </a:buClr>
              <a:buSzPts val="1058"/>
              <a:buFont typeface="Noto Sans Symbols"/>
              <a:buChar char="►"/>
              <a:defRPr sz="1323" b="0" i="0" u="none" strike="noStrike" cap="none">
                <a:solidFill>
                  <a:srgbClr val="3F3F3F"/>
                </a:solidFill>
                <a:latin typeface="Trebuchet MS"/>
                <a:ea typeface="Trebuchet MS"/>
                <a:cs typeface="Trebuchet MS"/>
                <a:sym typeface="Trebuchet MS"/>
              </a:defRPr>
            </a:lvl8pPr>
            <a:lvl9pPr marL="4114800" marR="0" lvl="8" indent="-295808" algn="l" rtl="0">
              <a:spcBef>
                <a:spcPts val="1102"/>
              </a:spcBef>
              <a:spcAft>
                <a:spcPts val="0"/>
              </a:spcAft>
              <a:buClr>
                <a:schemeClr val="accent1"/>
              </a:buClr>
              <a:buSzPts val="1058"/>
              <a:buFont typeface="Noto Sans Symbols"/>
              <a:buChar char="►"/>
              <a:defRPr sz="1323" b="0" i="0" u="none" strike="noStrike" cap="none">
                <a:solidFill>
                  <a:srgbClr val="3F3F3F"/>
                </a:solidFill>
                <a:latin typeface="Trebuchet MS"/>
                <a:ea typeface="Trebuchet MS"/>
                <a:cs typeface="Trebuchet MS"/>
                <a:sym typeface="Trebuchet MS"/>
              </a:defRPr>
            </a:lvl9pPr>
          </a:lstStyle>
          <a:p>
            <a:endParaRPr/>
          </a:p>
        </p:txBody>
      </p:sp>
      <p:sp>
        <p:nvSpPr>
          <p:cNvPr id="46" name="Google Shape;46;p3"/>
          <p:cNvSpPr txBox="1">
            <a:spLocks noGrp="1"/>
          </p:cNvSpPr>
          <p:nvPr>
            <p:ph type="dt" idx="10"/>
          </p:nvPr>
        </p:nvSpPr>
        <p:spPr>
          <a:xfrm>
            <a:off x="5959475" y="6659562"/>
            <a:ext cx="754062" cy="401637"/>
          </a:xfrm>
          <a:prstGeom prst="rect">
            <a:avLst/>
          </a:prstGeom>
          <a:noFill/>
          <a:ln>
            <a:noFill/>
          </a:ln>
        </p:spPr>
        <p:txBody>
          <a:bodyPr spcFirstLastPara="1" wrap="square" lIns="91425" tIns="45700" rIns="91425" bIns="45700" anchor="ctr" anchorCtr="0">
            <a:noAutofit/>
          </a:bodyPr>
          <a:lstStyle>
            <a:lvl1pPr marR="0" lvl="0" algn="r" rtl="0">
              <a:lnSpc>
                <a:spcPct val="100000"/>
              </a:lnSpc>
              <a:spcBef>
                <a:spcPts val="0"/>
              </a:spcBef>
              <a:spcAft>
                <a:spcPts val="0"/>
              </a:spcAft>
              <a:buSzPts val="1400"/>
              <a:buNone/>
              <a:defRPr sz="900" b="0" i="0" u="none">
                <a:solidFill>
                  <a:srgbClr val="898989"/>
                </a:solidFill>
                <a:latin typeface="Trebuchet MS"/>
                <a:ea typeface="Trebuchet MS"/>
                <a:cs typeface="Trebuchet MS"/>
                <a:sym typeface="Trebuchet MS"/>
              </a:defRPr>
            </a:lvl1pPr>
            <a:lvl2pPr marR="0" lvl="1" algn="l" rtl="0">
              <a:lnSpc>
                <a:spcPct val="100000"/>
              </a:lnSpc>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2pPr>
            <a:lvl3pPr marR="0" lvl="2" algn="l" rtl="0">
              <a:lnSpc>
                <a:spcPct val="100000"/>
              </a:lnSpc>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3pPr>
            <a:lvl4pPr marR="0" lvl="3" algn="l" rtl="0">
              <a:lnSpc>
                <a:spcPct val="100000"/>
              </a:lnSpc>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4pPr>
            <a:lvl5pPr marR="0" lvl="4" algn="l" rtl="0">
              <a:lnSpc>
                <a:spcPct val="100000"/>
              </a:lnSpc>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5pPr>
            <a:lvl6pPr marR="0" lvl="5" algn="l" rtl="0">
              <a:lnSpc>
                <a:spcPct val="100000"/>
              </a:lnSpc>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6pPr>
            <a:lvl7pPr marR="0" lvl="6" algn="l" rtl="0">
              <a:lnSpc>
                <a:spcPct val="100000"/>
              </a:lnSpc>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7pPr>
            <a:lvl8pPr marR="0" lvl="7" algn="l" rtl="0">
              <a:lnSpc>
                <a:spcPct val="100000"/>
              </a:lnSpc>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8pPr>
            <a:lvl9pPr marR="0" lvl="8" algn="l" rtl="0">
              <a:lnSpc>
                <a:spcPct val="100000"/>
              </a:lnSpc>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9pPr>
          </a:lstStyle>
          <a:p>
            <a:endParaRPr/>
          </a:p>
        </p:txBody>
      </p:sp>
      <p:sp>
        <p:nvSpPr>
          <p:cNvPr id="47" name="Google Shape;47;p3"/>
          <p:cNvSpPr txBox="1">
            <a:spLocks noGrp="1"/>
          </p:cNvSpPr>
          <p:nvPr>
            <p:ph type="ftr" idx="11"/>
          </p:nvPr>
        </p:nvSpPr>
        <p:spPr>
          <a:xfrm>
            <a:off x="671512" y="6659562"/>
            <a:ext cx="5097462" cy="401637"/>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SzPts val="1400"/>
              <a:buNone/>
              <a:defRPr sz="1800" b="0" i="0" u="none">
                <a:solidFill>
                  <a:schemeClr val="dk1"/>
                </a:solidFill>
                <a:latin typeface="Trebuchet MS"/>
                <a:ea typeface="Trebuchet MS"/>
                <a:cs typeface="Trebuchet MS"/>
                <a:sym typeface="Trebuchet MS"/>
              </a:defRPr>
            </a:lvl1pPr>
            <a:lvl2pPr marR="0" lvl="1" algn="l" rtl="0">
              <a:lnSpc>
                <a:spcPct val="100000"/>
              </a:lnSpc>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2pPr>
            <a:lvl3pPr marR="0" lvl="2" algn="l" rtl="0">
              <a:lnSpc>
                <a:spcPct val="100000"/>
              </a:lnSpc>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3pPr>
            <a:lvl4pPr marR="0" lvl="3" algn="l" rtl="0">
              <a:lnSpc>
                <a:spcPct val="100000"/>
              </a:lnSpc>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4pPr>
            <a:lvl5pPr marR="0" lvl="4" algn="l" rtl="0">
              <a:lnSpc>
                <a:spcPct val="100000"/>
              </a:lnSpc>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5pPr>
            <a:lvl6pPr marR="0" lvl="5" algn="l" rtl="0">
              <a:lnSpc>
                <a:spcPct val="100000"/>
              </a:lnSpc>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6pPr>
            <a:lvl7pPr marR="0" lvl="6" algn="l" rtl="0">
              <a:lnSpc>
                <a:spcPct val="100000"/>
              </a:lnSpc>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7pPr>
            <a:lvl8pPr marR="0" lvl="7" algn="l" rtl="0">
              <a:lnSpc>
                <a:spcPct val="100000"/>
              </a:lnSpc>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8pPr>
            <a:lvl9pPr marR="0" lvl="8" algn="l" rtl="0">
              <a:lnSpc>
                <a:spcPct val="100000"/>
              </a:lnSpc>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9pPr>
          </a:lstStyle>
          <a:p>
            <a:endParaRPr/>
          </a:p>
        </p:txBody>
      </p:sp>
      <p:sp>
        <p:nvSpPr>
          <p:cNvPr id="48" name="Google Shape;48;p3"/>
          <p:cNvSpPr txBox="1">
            <a:spLocks noGrp="1"/>
          </p:cNvSpPr>
          <p:nvPr>
            <p:ph type="sldNum" idx="12"/>
          </p:nvPr>
        </p:nvSpPr>
        <p:spPr>
          <a:xfrm>
            <a:off x="7104062" y="6659562"/>
            <a:ext cx="565150" cy="401637"/>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1pPr>
            <a:lvl2pPr marL="0" marR="0" lvl="1"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2pPr>
            <a:lvl3pPr marL="0" marR="0" lvl="2"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3pPr>
            <a:lvl4pPr marL="0" marR="0" lvl="3"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4pPr>
            <a:lvl5pPr marL="0" marR="0" lvl="4"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5pPr>
            <a:lvl6pPr marL="0" marR="0" lvl="5"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6pPr>
            <a:lvl7pPr marL="0" marR="0" lvl="6"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7pPr>
            <a:lvl8pPr marL="0" marR="0" lvl="7"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8pPr>
            <a:lvl9pPr marL="0" marR="0" lvl="8" indent="0" algn="r" rtl="0">
              <a:lnSpc>
                <a:spcPct val="100000"/>
              </a:lnSpc>
              <a:spcBef>
                <a:spcPts val="0"/>
              </a:spcBef>
              <a:spcAft>
                <a:spcPts val="0"/>
              </a:spcAft>
              <a:buClr>
                <a:schemeClr val="accent1"/>
              </a:buClr>
              <a:buSzPts val="900"/>
              <a:buFont typeface="Trebuchet MS"/>
              <a:buNone/>
              <a:defRPr sz="900" b="0" i="0" u="none">
                <a:solidFill>
                  <a:schemeClr val="accent1"/>
                </a:solidFill>
                <a:latin typeface="Trebuchet MS"/>
                <a:ea typeface="Trebuchet MS"/>
                <a:cs typeface="Trebuchet MS"/>
                <a:sym typeface="Trebuchet MS"/>
              </a:defRPr>
            </a:lvl9pPr>
          </a:lstStyle>
          <a:p>
            <a:pPr marL="0" lvl="0" indent="0" algn="r" rtl="0">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35"/>
        <p:cNvGrpSpPr/>
        <p:nvPr/>
      </p:nvGrpSpPr>
      <p:grpSpPr>
        <a:xfrm>
          <a:off x="0" y="0"/>
          <a:ext cx="0" cy="0"/>
          <a:chOff x="0" y="0"/>
          <a:chExt cx="0" cy="0"/>
        </a:xfrm>
      </p:grpSpPr>
      <p:sp>
        <p:nvSpPr>
          <p:cNvPr id="136" name="Google Shape;136;p17"/>
          <p:cNvSpPr txBox="1"/>
          <p:nvPr/>
        </p:nvSpPr>
        <p:spPr>
          <a:xfrm>
            <a:off x="504825" y="-252412"/>
            <a:ext cx="9070975" cy="1262062"/>
          </a:xfrm>
          <a:prstGeom prst="rect">
            <a:avLst/>
          </a:prstGeom>
          <a:noFill/>
          <a:ln>
            <a:noFill/>
          </a:ln>
        </p:spPr>
        <p:txBody>
          <a:bodyPr spcFirstLastPara="1" wrap="square" lIns="0" tIns="31675" rIns="0" bIns="0" anchor="ctr" anchorCtr="0">
            <a:noAutofit/>
          </a:bodyPr>
          <a:lstStyle/>
          <a:p>
            <a:pPr marL="0" marR="0" lvl="0" indent="0" algn="ctr" rtl="0">
              <a:lnSpc>
                <a:spcPct val="93000"/>
              </a:lnSpc>
              <a:spcBef>
                <a:spcPts val="0"/>
              </a:spcBef>
              <a:spcAft>
                <a:spcPts val="0"/>
              </a:spcAft>
              <a:buClr>
                <a:srgbClr val="000000"/>
              </a:buClr>
              <a:buSzPts val="3600"/>
              <a:buFont typeface="Times New Roman"/>
              <a:buNone/>
            </a:pPr>
            <a:r>
              <a:rPr lang="en-US" sz="3600" b="1" i="0" u="none">
                <a:solidFill>
                  <a:srgbClr val="000000"/>
                </a:solidFill>
                <a:latin typeface="Times New Roman"/>
                <a:ea typeface="Times New Roman"/>
                <a:cs typeface="Times New Roman"/>
                <a:sym typeface="Times New Roman"/>
              </a:rPr>
              <a:t>General Guidelines for Presentation</a:t>
            </a:r>
            <a:endParaRPr/>
          </a:p>
        </p:txBody>
      </p:sp>
      <p:sp>
        <p:nvSpPr>
          <p:cNvPr id="137" name="Google Shape;137;p17"/>
          <p:cNvSpPr txBox="1"/>
          <p:nvPr/>
        </p:nvSpPr>
        <p:spPr>
          <a:xfrm>
            <a:off x="0" y="684212"/>
            <a:ext cx="9864725" cy="5902325"/>
          </a:xfrm>
          <a:prstGeom prst="rect">
            <a:avLst/>
          </a:prstGeom>
          <a:noFill/>
          <a:ln>
            <a:noFill/>
          </a:ln>
        </p:spPr>
        <p:txBody>
          <a:bodyPr spcFirstLastPara="1" wrap="square" lIns="91425" tIns="45700" rIns="91425" bIns="45700" anchor="t" anchorCtr="0">
            <a:noAutofit/>
          </a:bodyPr>
          <a:lstStyle/>
          <a:p>
            <a:pPr marL="377825" marR="0" lvl="0" indent="-377825" algn="just" rtl="0">
              <a:lnSpc>
                <a:spcPct val="100000"/>
              </a:lnSpc>
              <a:spcBef>
                <a:spcPts val="0"/>
              </a:spcBef>
              <a:spcAft>
                <a:spcPts val="0"/>
              </a:spcAft>
              <a:buClr>
                <a:srgbClr val="404040"/>
              </a:buClr>
              <a:buSzPts val="1200"/>
              <a:buFont typeface="Times New Roman"/>
              <a:buNone/>
            </a:pPr>
            <a:r>
              <a:rPr lang="en-US" sz="1200" b="1" i="0" u="none">
                <a:solidFill>
                  <a:srgbClr val="404040"/>
                </a:solidFill>
                <a:latin typeface="Times New Roman"/>
                <a:ea typeface="Times New Roman"/>
                <a:cs typeface="Times New Roman"/>
                <a:sym typeface="Times New Roman"/>
              </a:rPr>
              <a:t>General Guidelines for writing  PPT and  project Report:  </a:t>
            </a:r>
            <a:r>
              <a:rPr lang="en-US" sz="1200" b="0" i="0" u="none">
                <a:solidFill>
                  <a:srgbClr val="404040"/>
                </a:solidFill>
                <a:latin typeface="Times New Roman"/>
                <a:ea typeface="Times New Roman"/>
                <a:cs typeface="Times New Roman"/>
                <a:sym typeface="Times New Roman"/>
              </a:rPr>
              <a:t>Both should have same content. Report being the detailed explanation of the PPT points that you explain orally while presenting. </a:t>
            </a:r>
            <a:endParaRPr/>
          </a:p>
          <a:p>
            <a:pPr marL="377825" marR="0" lvl="0" indent="-377825" algn="just" rtl="0">
              <a:lnSpc>
                <a:spcPct val="100000"/>
              </a:lnSpc>
              <a:spcBef>
                <a:spcPts val="1100"/>
              </a:spcBef>
              <a:spcAft>
                <a:spcPts val="0"/>
              </a:spcAft>
              <a:buClr>
                <a:schemeClr val="accent1"/>
              </a:buClr>
              <a:buSzPts val="960"/>
              <a:buFont typeface="Arial"/>
              <a:buChar char="•"/>
            </a:pPr>
            <a:r>
              <a:rPr lang="en-US" sz="1200" b="1" i="0" u="none">
                <a:solidFill>
                  <a:srgbClr val="404040"/>
                </a:solidFill>
                <a:latin typeface="Times New Roman"/>
                <a:ea typeface="Times New Roman"/>
                <a:cs typeface="Times New Roman"/>
                <a:sym typeface="Times New Roman"/>
              </a:rPr>
              <a:t>PPT : </a:t>
            </a:r>
            <a:endParaRPr/>
          </a:p>
          <a:p>
            <a:pPr marL="817562" marR="0" lvl="1" indent="-314324" algn="just" rtl="0">
              <a:lnSpc>
                <a:spcPct val="100000"/>
              </a:lnSpc>
              <a:spcBef>
                <a:spcPts val="1100"/>
              </a:spcBef>
              <a:spcAft>
                <a:spcPts val="0"/>
              </a:spcAft>
              <a:buClr>
                <a:schemeClr val="accent1"/>
              </a:buClr>
              <a:buSzPts val="960"/>
              <a:buFont typeface="Arial"/>
              <a:buChar char="–"/>
            </a:pPr>
            <a:r>
              <a:rPr lang="en-US" sz="1200" b="0" i="0" u="none" strike="noStrike" cap="none">
                <a:solidFill>
                  <a:srgbClr val="404040"/>
                </a:solidFill>
                <a:latin typeface="Times New Roman"/>
                <a:ea typeface="Times New Roman"/>
                <a:cs typeface="Times New Roman"/>
                <a:sym typeface="Times New Roman"/>
              </a:rPr>
              <a:t>The content should be only the important points in the form of bullet list with meaningful short sentences and phrases. Running texts and big paragraphs are not accepted.</a:t>
            </a:r>
            <a:endParaRPr/>
          </a:p>
          <a:p>
            <a:pPr marL="817562" marR="0" lvl="1" indent="-314324" algn="just" rtl="0">
              <a:lnSpc>
                <a:spcPct val="100000"/>
              </a:lnSpc>
              <a:spcBef>
                <a:spcPts val="1100"/>
              </a:spcBef>
              <a:spcAft>
                <a:spcPts val="0"/>
              </a:spcAft>
              <a:buClr>
                <a:schemeClr val="accent1"/>
              </a:buClr>
              <a:buSzPts val="960"/>
              <a:buFont typeface="Arial"/>
              <a:buChar char="–"/>
            </a:pPr>
            <a:r>
              <a:rPr lang="en-US" sz="1200" b="0" i="0" u="none" strike="noStrike" cap="none">
                <a:solidFill>
                  <a:srgbClr val="404040"/>
                </a:solidFill>
                <a:latin typeface="Times New Roman"/>
                <a:ea typeface="Times New Roman"/>
                <a:cs typeface="Times New Roman"/>
                <a:sym typeface="Times New Roman"/>
              </a:rPr>
              <a:t>It should have proper citations. </a:t>
            </a:r>
            <a:endParaRPr/>
          </a:p>
          <a:p>
            <a:pPr marL="817562" marR="0" lvl="1" indent="-314324" algn="just" rtl="0">
              <a:lnSpc>
                <a:spcPct val="100000"/>
              </a:lnSpc>
              <a:spcBef>
                <a:spcPts val="1100"/>
              </a:spcBef>
              <a:spcAft>
                <a:spcPts val="0"/>
              </a:spcAft>
              <a:buClr>
                <a:schemeClr val="accent1"/>
              </a:buClr>
              <a:buSzPts val="960"/>
              <a:buFont typeface="Arial"/>
              <a:buChar char="–"/>
            </a:pPr>
            <a:r>
              <a:rPr lang="en-US" sz="1200" b="0" i="0" u="none" strike="noStrike" cap="none">
                <a:solidFill>
                  <a:srgbClr val="404040"/>
                </a:solidFill>
                <a:latin typeface="Times New Roman"/>
                <a:ea typeface="Times New Roman"/>
                <a:cs typeface="Times New Roman"/>
                <a:sym typeface="Times New Roman"/>
              </a:rPr>
              <a:t>Diagrams should be original and should be visible clearly.</a:t>
            </a:r>
            <a:endParaRPr/>
          </a:p>
          <a:p>
            <a:pPr marL="817562" marR="0" lvl="1" indent="-314324" algn="just" rtl="0">
              <a:lnSpc>
                <a:spcPct val="100000"/>
              </a:lnSpc>
              <a:spcBef>
                <a:spcPts val="1100"/>
              </a:spcBef>
              <a:spcAft>
                <a:spcPts val="0"/>
              </a:spcAft>
              <a:buClr>
                <a:schemeClr val="accent1"/>
              </a:buClr>
              <a:buSzPts val="960"/>
              <a:buFont typeface="Arial"/>
              <a:buChar char="–"/>
            </a:pPr>
            <a:r>
              <a:rPr lang="en-US" sz="1200" b="0" i="0" u="none" strike="noStrike" cap="none">
                <a:solidFill>
                  <a:srgbClr val="404040"/>
                </a:solidFill>
                <a:latin typeface="Times New Roman"/>
                <a:ea typeface="Times New Roman"/>
                <a:cs typeface="Times New Roman"/>
                <a:sym typeface="Times New Roman"/>
              </a:rPr>
              <a:t>Use minimum font size of 17 </a:t>
            </a:r>
            <a:endParaRPr/>
          </a:p>
          <a:p>
            <a:pPr marL="817562" marR="0" lvl="1" indent="-314324" algn="just" rtl="0">
              <a:lnSpc>
                <a:spcPct val="100000"/>
              </a:lnSpc>
              <a:spcBef>
                <a:spcPts val="1100"/>
              </a:spcBef>
              <a:spcAft>
                <a:spcPts val="0"/>
              </a:spcAft>
              <a:buClr>
                <a:schemeClr val="accent1"/>
              </a:buClr>
              <a:buSzPts val="960"/>
              <a:buFont typeface="Arial"/>
              <a:buChar char="–"/>
            </a:pPr>
            <a:r>
              <a:rPr lang="en-US" sz="1200" b="0" i="0" u="none" strike="noStrike" cap="none">
                <a:solidFill>
                  <a:srgbClr val="404040"/>
                </a:solidFill>
                <a:latin typeface="Times New Roman"/>
                <a:ea typeface="Times New Roman"/>
                <a:cs typeface="Times New Roman"/>
                <a:sym typeface="Times New Roman"/>
              </a:rPr>
              <a:t>Put mathematical models and algorithms / methods explanations where ever necessary.</a:t>
            </a:r>
            <a:endParaRPr/>
          </a:p>
          <a:p>
            <a:pPr marL="817562" marR="0" lvl="1" indent="-314324" algn="just" rtl="0">
              <a:lnSpc>
                <a:spcPct val="100000"/>
              </a:lnSpc>
              <a:spcBef>
                <a:spcPts val="1100"/>
              </a:spcBef>
              <a:spcAft>
                <a:spcPts val="0"/>
              </a:spcAft>
              <a:buClr>
                <a:schemeClr val="accent1"/>
              </a:buClr>
              <a:buSzPts val="960"/>
              <a:buFont typeface="Arial"/>
              <a:buChar char="–"/>
            </a:pPr>
            <a:r>
              <a:rPr lang="en-US" sz="1200" b="0" i="0" u="none" strike="noStrike" cap="none">
                <a:solidFill>
                  <a:srgbClr val="404040"/>
                </a:solidFill>
                <a:latin typeface="Times New Roman"/>
                <a:ea typeface="Times New Roman"/>
                <a:cs typeface="Times New Roman"/>
                <a:sym typeface="Times New Roman"/>
              </a:rPr>
              <a:t>Emphasize on your original thinking, original work and contribution and highlight them in the slide.</a:t>
            </a:r>
            <a:endParaRPr/>
          </a:p>
          <a:p>
            <a:pPr marL="377825" marR="0" lvl="0" indent="-377825" algn="just" rtl="0">
              <a:lnSpc>
                <a:spcPct val="100000"/>
              </a:lnSpc>
              <a:spcBef>
                <a:spcPts val="1100"/>
              </a:spcBef>
              <a:spcAft>
                <a:spcPts val="0"/>
              </a:spcAft>
              <a:buClr>
                <a:schemeClr val="accent1"/>
              </a:buClr>
              <a:buSzPts val="960"/>
              <a:buFont typeface="Arial"/>
              <a:buChar char="•"/>
            </a:pPr>
            <a:r>
              <a:rPr lang="en-US" sz="1200" b="1" i="0" u="none">
                <a:solidFill>
                  <a:srgbClr val="404040"/>
                </a:solidFill>
                <a:latin typeface="Times New Roman"/>
                <a:ea typeface="Times New Roman"/>
                <a:cs typeface="Times New Roman"/>
                <a:sym typeface="Times New Roman"/>
              </a:rPr>
              <a:t>Project Report:</a:t>
            </a:r>
            <a:endParaRPr/>
          </a:p>
          <a:p>
            <a:pPr marL="817562" marR="0" lvl="1" indent="-314324" algn="just" rtl="0">
              <a:lnSpc>
                <a:spcPct val="100000"/>
              </a:lnSpc>
              <a:spcBef>
                <a:spcPts val="1100"/>
              </a:spcBef>
              <a:spcAft>
                <a:spcPts val="0"/>
              </a:spcAft>
              <a:buClr>
                <a:schemeClr val="accent1"/>
              </a:buClr>
              <a:buSzPts val="960"/>
              <a:buFont typeface="Arial"/>
              <a:buChar char="–"/>
            </a:pPr>
            <a:r>
              <a:rPr lang="en-US" sz="1200" b="0" i="0" u="none" strike="noStrike" cap="none">
                <a:solidFill>
                  <a:srgbClr val="404040"/>
                </a:solidFill>
                <a:latin typeface="Times New Roman"/>
                <a:ea typeface="Times New Roman"/>
                <a:cs typeface="Times New Roman"/>
                <a:sym typeface="Times New Roman"/>
              </a:rPr>
              <a:t>The PPT content and the project report content should match.</a:t>
            </a:r>
            <a:endParaRPr/>
          </a:p>
          <a:p>
            <a:pPr marL="817562" marR="0" lvl="1" indent="-314324" algn="just" rtl="0">
              <a:lnSpc>
                <a:spcPct val="100000"/>
              </a:lnSpc>
              <a:spcBef>
                <a:spcPts val="1100"/>
              </a:spcBef>
              <a:spcAft>
                <a:spcPts val="0"/>
              </a:spcAft>
              <a:buClr>
                <a:schemeClr val="accent1"/>
              </a:buClr>
              <a:buSzPts val="960"/>
              <a:buFont typeface="Arial"/>
              <a:buChar char="–"/>
            </a:pPr>
            <a:r>
              <a:rPr lang="en-US" sz="1200" b="0" i="0" u="none" strike="noStrike" cap="none">
                <a:solidFill>
                  <a:srgbClr val="404040"/>
                </a:solidFill>
                <a:latin typeface="Times New Roman"/>
                <a:ea typeface="Times New Roman"/>
                <a:cs typeface="Times New Roman"/>
                <a:sym typeface="Times New Roman"/>
              </a:rPr>
              <a:t>All the points of PPT should be well explained and where needed they should be justified by using citations and /or by proper analysis and proofs.</a:t>
            </a:r>
            <a:endParaRPr/>
          </a:p>
          <a:p>
            <a:pPr marL="817562" marR="0" lvl="1" indent="-314324" algn="just" rtl="0">
              <a:lnSpc>
                <a:spcPct val="100000"/>
              </a:lnSpc>
              <a:spcBef>
                <a:spcPts val="1100"/>
              </a:spcBef>
              <a:spcAft>
                <a:spcPts val="0"/>
              </a:spcAft>
              <a:buClr>
                <a:schemeClr val="accent1"/>
              </a:buClr>
              <a:buSzPts val="960"/>
              <a:buFont typeface="Arial"/>
              <a:buChar char="–"/>
            </a:pPr>
            <a:r>
              <a:rPr lang="en-US" sz="1200" b="0" i="0" u="none" strike="noStrike" cap="none">
                <a:solidFill>
                  <a:srgbClr val="404040"/>
                </a:solidFill>
                <a:latin typeface="Times New Roman"/>
                <a:ea typeface="Times New Roman"/>
                <a:cs typeface="Times New Roman"/>
                <a:sym typeface="Times New Roman"/>
              </a:rPr>
              <a:t>Emphasize on your original thinking, original work and contribution and highlight them in the appropriate places in the report.</a:t>
            </a:r>
            <a:endParaRPr/>
          </a:p>
          <a:p>
            <a:pPr marL="817562" marR="0" lvl="1" indent="-314324" algn="just" rtl="0">
              <a:lnSpc>
                <a:spcPct val="100000"/>
              </a:lnSpc>
              <a:spcBef>
                <a:spcPts val="1100"/>
              </a:spcBef>
              <a:spcAft>
                <a:spcPts val="0"/>
              </a:spcAft>
              <a:buClr>
                <a:schemeClr val="accent1"/>
              </a:buClr>
              <a:buSzPts val="960"/>
              <a:buFont typeface="Arial"/>
              <a:buChar char="–"/>
            </a:pPr>
            <a:r>
              <a:rPr lang="en-US" sz="1200" b="0" i="0" u="none" strike="noStrike" cap="none">
                <a:solidFill>
                  <a:srgbClr val="404040"/>
                </a:solidFill>
                <a:latin typeface="Times New Roman"/>
                <a:ea typeface="Times New Roman"/>
                <a:cs typeface="Times New Roman"/>
                <a:sym typeface="Times New Roman"/>
              </a:rPr>
              <a:t>The diagrams / figures and tables should be numbered and tilted and should be refereed in the text with their numbers mentioning the purpose of the same. Also explain them in your own words w.r.t. the purpose, the contents, relation of various entities in them, etc.</a:t>
            </a:r>
            <a:endParaRPr/>
          </a:p>
          <a:p>
            <a:pPr marL="817562" marR="0" lvl="1" indent="-314324" algn="just" rtl="0">
              <a:lnSpc>
                <a:spcPct val="100000"/>
              </a:lnSpc>
              <a:spcBef>
                <a:spcPts val="1100"/>
              </a:spcBef>
              <a:spcAft>
                <a:spcPts val="0"/>
              </a:spcAft>
              <a:buClr>
                <a:schemeClr val="accent1"/>
              </a:buClr>
              <a:buSzPts val="960"/>
              <a:buFont typeface="Arial"/>
              <a:buChar char="–"/>
            </a:pPr>
            <a:r>
              <a:rPr lang="en-US" sz="1200" b="0" i="0" u="none" strike="noStrike" cap="none">
                <a:solidFill>
                  <a:srgbClr val="404040"/>
                </a:solidFill>
                <a:latin typeface="Times New Roman"/>
                <a:ea typeface="Times New Roman"/>
                <a:cs typeface="Times New Roman"/>
                <a:sym typeface="Times New Roman"/>
              </a:rPr>
              <a:t>All references should be used as citations at the appropriate places. </a:t>
            </a:r>
            <a:endParaRPr/>
          </a:p>
          <a:p>
            <a:pPr marL="817562" marR="0" lvl="1" indent="-314324" algn="just" rtl="0">
              <a:lnSpc>
                <a:spcPct val="100000"/>
              </a:lnSpc>
              <a:spcBef>
                <a:spcPts val="1100"/>
              </a:spcBef>
              <a:spcAft>
                <a:spcPts val="0"/>
              </a:spcAft>
              <a:buClr>
                <a:srgbClr val="404040"/>
              </a:buClr>
              <a:buSzPts val="1200"/>
              <a:buFont typeface="Times New Roman"/>
              <a:buNone/>
            </a:pPr>
            <a:r>
              <a:rPr lang="en-US" sz="1200" b="1" i="0" u="none" strike="noStrike" cap="none">
                <a:solidFill>
                  <a:srgbClr val="404040"/>
                </a:solidFill>
                <a:latin typeface="Times New Roman"/>
                <a:ea typeface="Times New Roman"/>
                <a:cs typeface="Times New Roman"/>
                <a:sym typeface="Times New Roman"/>
              </a:rPr>
              <a:t>The following chapter slides will give general information of the points to be considered and the sequence in which they need to be explained to give a proper flow to the report and to the presentation. </a:t>
            </a:r>
            <a:endParaRPr/>
          </a:p>
          <a:p>
            <a:pPr marL="817562" marR="0" lvl="1" indent="-314324" algn="just" rtl="0">
              <a:lnSpc>
                <a:spcPct val="100000"/>
              </a:lnSpc>
              <a:spcBef>
                <a:spcPts val="1100"/>
              </a:spcBef>
              <a:spcAft>
                <a:spcPts val="0"/>
              </a:spcAft>
              <a:buClr>
                <a:schemeClr val="dk1"/>
              </a:buClr>
              <a:buSzPts val="1200"/>
              <a:buFont typeface="Trebuchet MS"/>
              <a:buNone/>
            </a:pPr>
            <a:endParaRPr sz="1200" b="1" i="0" u="none" strike="noStrike" cap="none">
              <a:solidFill>
                <a:srgbClr val="404040"/>
              </a:solidFill>
              <a:latin typeface="Times New Roman"/>
              <a:ea typeface="Times New Roman"/>
              <a:cs typeface="Times New Roman"/>
              <a:sym typeface="Times New Roman"/>
            </a:endParaRPr>
          </a:p>
          <a:p>
            <a:pPr marL="817562" marR="0" lvl="1" indent="-314324" algn="just" rtl="0">
              <a:lnSpc>
                <a:spcPct val="100000"/>
              </a:lnSpc>
              <a:spcBef>
                <a:spcPts val="1100"/>
              </a:spcBef>
              <a:spcAft>
                <a:spcPts val="0"/>
              </a:spcAft>
              <a:buClr>
                <a:srgbClr val="404040"/>
              </a:buClr>
              <a:buSzPts val="1200"/>
              <a:buFont typeface="Times New Roman"/>
              <a:buNone/>
            </a:pPr>
            <a:r>
              <a:rPr lang="en-US" sz="1200" b="1" i="0" u="none" strike="noStrike" cap="none">
                <a:solidFill>
                  <a:srgbClr val="404040"/>
                </a:solidFill>
                <a:latin typeface="Times New Roman"/>
                <a:ea typeface="Times New Roman"/>
                <a:cs typeface="Times New Roman"/>
                <a:sym typeface="Times New Roman"/>
              </a:rPr>
              <a:t>Nevertheless, you are free to modify, add or delete few points as per your problem needs.</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sp>
        <p:nvSpPr>
          <p:cNvPr id="143" name="Google Shape;143;p18"/>
          <p:cNvSpPr txBox="1"/>
          <p:nvPr/>
        </p:nvSpPr>
        <p:spPr>
          <a:xfrm>
            <a:off x="503237" y="1768475"/>
            <a:ext cx="9070975" cy="5467350"/>
          </a:xfrm>
          <a:prstGeom prst="rect">
            <a:avLst/>
          </a:prstGeom>
          <a:noFill/>
          <a:ln>
            <a:noFill/>
          </a:ln>
        </p:spPr>
        <p:txBody>
          <a:bodyPr spcFirstLastPara="1" wrap="square" lIns="0" tIns="31675" rIns="0" bIns="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Trebuchet MS"/>
              <a:ea typeface="Trebuchet MS"/>
              <a:cs typeface="Trebuchet MS"/>
              <a:sym typeface="Trebuchet MS"/>
            </a:endParaRPr>
          </a:p>
        </p:txBody>
      </p:sp>
      <p:cxnSp>
        <p:nvCxnSpPr>
          <p:cNvPr id="144" name="Google Shape;144;p18"/>
          <p:cNvCxnSpPr/>
          <p:nvPr/>
        </p:nvCxnSpPr>
        <p:spPr>
          <a:xfrm>
            <a:off x="0" y="1743075"/>
            <a:ext cx="10080625" cy="0"/>
          </a:xfrm>
          <a:prstGeom prst="straightConnector1">
            <a:avLst/>
          </a:prstGeom>
          <a:noFill/>
          <a:ln w="25400" cap="rnd" cmpd="sng">
            <a:solidFill>
              <a:schemeClr val="dk1"/>
            </a:solidFill>
            <a:prstDash val="solid"/>
            <a:miter lim="800000"/>
            <a:headEnd type="none" w="med" len="med"/>
            <a:tailEnd type="none" w="med" len="med"/>
          </a:ln>
          <a:effectLst>
            <a:outerShdw blurRad="63500" dist="25400" dir="5400000">
              <a:srgbClr val="000000">
                <a:alpha val="34901"/>
              </a:srgbClr>
            </a:outerShdw>
          </a:effectLst>
        </p:spPr>
      </p:cxnSp>
      <p:pic>
        <p:nvPicPr>
          <p:cNvPr id="145" name="Google Shape;145;p18"/>
          <p:cNvPicPr preferRelativeResize="0"/>
          <p:nvPr/>
        </p:nvPicPr>
        <p:blipFill rotWithShape="1">
          <a:blip r:embed="rId3">
            <a:alphaModFix/>
          </a:blip>
          <a:srcRect/>
          <a:stretch/>
        </p:blipFill>
        <p:spPr>
          <a:xfrm>
            <a:off x="863600" y="179386"/>
            <a:ext cx="7705725" cy="1483237"/>
          </a:xfrm>
          <a:prstGeom prst="rect">
            <a:avLst/>
          </a:prstGeom>
          <a:noFill/>
          <a:ln>
            <a:noFill/>
          </a:ln>
        </p:spPr>
      </p:pic>
      <p:sp>
        <p:nvSpPr>
          <p:cNvPr id="146" name="Google Shape;146;p18"/>
          <p:cNvSpPr txBox="1"/>
          <p:nvPr/>
        </p:nvSpPr>
        <p:spPr>
          <a:xfrm>
            <a:off x="503237" y="2872292"/>
            <a:ext cx="8569200" cy="4524275"/>
          </a:xfrm>
          <a:prstGeom prst="rect">
            <a:avLst/>
          </a:prstGeom>
          <a:noFill/>
          <a:ln>
            <a:noFill/>
          </a:ln>
        </p:spPr>
        <p:txBody>
          <a:bodyPr spcFirstLastPara="1" wrap="square" lIns="91425" tIns="45700" rIns="91425" bIns="45700" anchor="t" anchorCtr="0">
            <a:spAutoFit/>
          </a:bodyPr>
          <a:lstStyle/>
          <a:p>
            <a:pPr marL="285750" marR="0" lvl="0" indent="-285750" algn="just" rtl="0">
              <a:lnSpc>
                <a:spcPct val="200000"/>
              </a:lnSpc>
              <a:spcBef>
                <a:spcPts val="0"/>
              </a:spcBef>
              <a:spcAft>
                <a:spcPts val="0"/>
              </a:spcAft>
              <a:buClr>
                <a:schemeClr val="dk1"/>
              </a:buClr>
              <a:buSzPts val="2400"/>
              <a:buFont typeface="Arial"/>
              <a:buChar char="•"/>
            </a:pPr>
            <a:r>
              <a:rPr lang="en-US" sz="2400" b="1" i="0" u="none" dirty="0">
                <a:solidFill>
                  <a:schemeClr val="dk1"/>
                </a:solidFill>
                <a:latin typeface="Times New Roman"/>
                <a:ea typeface="Times New Roman"/>
                <a:cs typeface="Times New Roman"/>
                <a:sym typeface="Times New Roman"/>
              </a:rPr>
              <a:t>Theme- </a:t>
            </a:r>
            <a:r>
              <a:rPr lang="en-US" sz="2400" b="1" u="none" dirty="0">
                <a:solidFill>
                  <a:schemeClr val="dk1"/>
                </a:solidFill>
                <a:latin typeface="Times New Roman"/>
                <a:ea typeface="Times New Roman"/>
                <a:cs typeface="Times New Roman"/>
                <a:sym typeface="Times New Roman"/>
              </a:rPr>
              <a:t>Goal 3</a:t>
            </a:r>
            <a:r>
              <a:rPr lang="en-US" sz="2400" b="1" i="0" u="none" dirty="0">
                <a:solidFill>
                  <a:schemeClr val="dk1"/>
                </a:solidFill>
                <a:latin typeface="Times New Roman"/>
                <a:ea typeface="Times New Roman"/>
                <a:cs typeface="Times New Roman"/>
                <a:sym typeface="Times New Roman"/>
              </a:rPr>
              <a:t> </a:t>
            </a:r>
            <a:r>
              <a:rPr lang="en-US" sz="2400" b="1" dirty="0">
                <a:solidFill>
                  <a:schemeClr val="dk1"/>
                </a:solidFill>
                <a:latin typeface="Times New Roman"/>
                <a:ea typeface="Times New Roman"/>
                <a:cs typeface="Times New Roman"/>
                <a:sym typeface="Times New Roman"/>
              </a:rPr>
              <a:t>- Good Health And Well Being</a:t>
            </a:r>
            <a:endParaRPr dirty="0">
              <a:latin typeface="Times New Roman"/>
              <a:ea typeface="Times New Roman"/>
              <a:cs typeface="Times New Roman"/>
              <a:sym typeface="Times New Roman"/>
            </a:endParaRPr>
          </a:p>
          <a:p>
            <a:pPr marL="285750" marR="0" lvl="0" indent="-285750" algn="just" rtl="0">
              <a:lnSpc>
                <a:spcPct val="200000"/>
              </a:lnSpc>
              <a:spcBef>
                <a:spcPts val="0"/>
              </a:spcBef>
              <a:spcAft>
                <a:spcPts val="0"/>
              </a:spcAft>
              <a:buClr>
                <a:schemeClr val="dk1"/>
              </a:buClr>
              <a:buSzPts val="2400"/>
              <a:buFont typeface="Times New Roman"/>
              <a:buChar char="•"/>
            </a:pPr>
            <a:r>
              <a:rPr lang="en-US" sz="2400" b="1" i="0" u="none" dirty="0">
                <a:solidFill>
                  <a:schemeClr val="dk1"/>
                </a:solidFill>
                <a:latin typeface="Times New Roman"/>
                <a:ea typeface="Times New Roman"/>
                <a:cs typeface="Times New Roman"/>
                <a:sym typeface="Times New Roman"/>
              </a:rPr>
              <a:t>Category- Software</a:t>
            </a:r>
            <a:endParaRPr dirty="0">
              <a:latin typeface="Times New Roman"/>
              <a:ea typeface="Times New Roman"/>
              <a:cs typeface="Times New Roman"/>
              <a:sym typeface="Times New Roman"/>
            </a:endParaRPr>
          </a:p>
          <a:p>
            <a:pPr marL="285750" marR="0" lvl="0" indent="-285750" algn="just" rtl="0">
              <a:lnSpc>
                <a:spcPct val="200000"/>
              </a:lnSpc>
              <a:spcBef>
                <a:spcPts val="0"/>
              </a:spcBef>
              <a:spcAft>
                <a:spcPts val="0"/>
              </a:spcAft>
              <a:buClr>
                <a:schemeClr val="dk1"/>
              </a:buClr>
              <a:buSzPts val="2400"/>
              <a:buFont typeface="Times New Roman"/>
              <a:buChar char="•"/>
            </a:pPr>
            <a:r>
              <a:rPr lang="en-US" sz="2400" b="1" i="0" u="none" dirty="0">
                <a:solidFill>
                  <a:schemeClr val="dk1"/>
                </a:solidFill>
                <a:latin typeface="Times New Roman"/>
                <a:ea typeface="Times New Roman"/>
                <a:cs typeface="Times New Roman"/>
                <a:sym typeface="Times New Roman"/>
              </a:rPr>
              <a:t>Group No - 8</a:t>
            </a:r>
            <a:endParaRPr dirty="0">
              <a:latin typeface="Times New Roman"/>
              <a:ea typeface="Times New Roman"/>
              <a:cs typeface="Times New Roman"/>
              <a:sym typeface="Times New Roman"/>
            </a:endParaRPr>
          </a:p>
          <a:p>
            <a:pPr marL="285750" marR="0" lvl="0" indent="-285750" algn="just" rtl="0">
              <a:lnSpc>
                <a:spcPct val="200000"/>
              </a:lnSpc>
              <a:spcBef>
                <a:spcPts val="0"/>
              </a:spcBef>
              <a:spcAft>
                <a:spcPts val="0"/>
              </a:spcAft>
              <a:buClr>
                <a:schemeClr val="dk1"/>
              </a:buClr>
              <a:buSzPts val="2400"/>
              <a:buFont typeface="Times New Roman"/>
              <a:buChar char="•"/>
            </a:pPr>
            <a:r>
              <a:rPr lang="en-US" sz="2400" b="1" i="0" u="none" dirty="0">
                <a:solidFill>
                  <a:schemeClr val="dk1"/>
                </a:solidFill>
                <a:latin typeface="Times New Roman"/>
                <a:ea typeface="Times New Roman"/>
                <a:cs typeface="Times New Roman"/>
                <a:sym typeface="Times New Roman"/>
              </a:rPr>
              <a:t>Group Members-Riya </a:t>
            </a:r>
            <a:r>
              <a:rPr lang="en-US" sz="2400" b="1" dirty="0" err="1">
                <a:solidFill>
                  <a:schemeClr val="dk1"/>
                </a:solidFill>
                <a:latin typeface="Times New Roman"/>
                <a:ea typeface="Times New Roman"/>
                <a:cs typeface="Times New Roman"/>
                <a:sym typeface="Times New Roman"/>
              </a:rPr>
              <a:t>Bachhar</a:t>
            </a:r>
            <a:r>
              <a:rPr lang="en-US" sz="2400" b="1" dirty="0">
                <a:solidFill>
                  <a:schemeClr val="dk1"/>
                </a:solidFill>
                <a:latin typeface="Times New Roman"/>
                <a:ea typeface="Times New Roman"/>
                <a:cs typeface="Times New Roman"/>
                <a:sym typeface="Times New Roman"/>
              </a:rPr>
              <a:t> (76), Jahnavi Eranki (90), Sanjana </a:t>
            </a:r>
            <a:r>
              <a:rPr lang="en-US" sz="2400" b="1" dirty="0" err="1">
                <a:solidFill>
                  <a:schemeClr val="dk1"/>
                </a:solidFill>
                <a:latin typeface="Times New Roman"/>
                <a:ea typeface="Times New Roman"/>
                <a:cs typeface="Times New Roman"/>
                <a:sym typeface="Times New Roman"/>
              </a:rPr>
              <a:t>Gawade</a:t>
            </a:r>
            <a:r>
              <a:rPr lang="en-US" sz="2400" b="1" dirty="0">
                <a:solidFill>
                  <a:schemeClr val="dk1"/>
                </a:solidFill>
                <a:latin typeface="Times New Roman"/>
                <a:ea typeface="Times New Roman"/>
                <a:cs typeface="Times New Roman"/>
                <a:sym typeface="Times New Roman"/>
              </a:rPr>
              <a:t> (94), Sony Gupta (99).</a:t>
            </a:r>
            <a:endParaRPr sz="2400" b="1" dirty="0">
              <a:solidFill>
                <a:schemeClr val="dk1"/>
              </a:solidFill>
              <a:latin typeface="Times New Roman"/>
              <a:ea typeface="Times New Roman"/>
              <a:cs typeface="Times New Roman"/>
              <a:sym typeface="Times New Roman"/>
            </a:endParaRPr>
          </a:p>
          <a:p>
            <a:pPr marL="285750" marR="0" lvl="0" indent="-285750" algn="just" rtl="0">
              <a:lnSpc>
                <a:spcPct val="200000"/>
              </a:lnSpc>
              <a:spcBef>
                <a:spcPts val="0"/>
              </a:spcBef>
              <a:spcAft>
                <a:spcPts val="0"/>
              </a:spcAft>
              <a:buClr>
                <a:schemeClr val="dk1"/>
              </a:buClr>
              <a:buSzPts val="2400"/>
              <a:buFont typeface="Times New Roman"/>
              <a:buChar char="•"/>
            </a:pPr>
            <a:r>
              <a:rPr lang="en-US" sz="2400" b="1" i="0" u="none" dirty="0">
                <a:solidFill>
                  <a:schemeClr val="dk1"/>
                </a:solidFill>
                <a:latin typeface="Times New Roman"/>
                <a:ea typeface="Times New Roman"/>
                <a:cs typeface="Times New Roman"/>
                <a:sym typeface="Times New Roman"/>
              </a:rPr>
              <a:t>Guide- Prof. Taruna Sharma</a:t>
            </a:r>
            <a:endParaRPr dirty="0">
              <a:latin typeface="Times New Roman"/>
              <a:ea typeface="Times New Roman"/>
              <a:cs typeface="Times New Roman"/>
              <a:sym typeface="Times New Roman"/>
            </a:endParaRPr>
          </a:p>
        </p:txBody>
      </p:sp>
      <p:sp>
        <p:nvSpPr>
          <p:cNvPr id="147" name="Google Shape;147;p18"/>
          <p:cNvSpPr txBox="1"/>
          <p:nvPr/>
        </p:nvSpPr>
        <p:spPr>
          <a:xfrm>
            <a:off x="412325" y="1823528"/>
            <a:ext cx="9071100" cy="1048764"/>
          </a:xfrm>
          <a:prstGeom prst="rect">
            <a:avLst/>
          </a:prstGeom>
          <a:noFill/>
          <a:ln>
            <a:noFill/>
          </a:ln>
        </p:spPr>
        <p:txBody>
          <a:bodyPr spcFirstLastPara="1" wrap="square" lIns="91425" tIns="45700" rIns="91425" bIns="45700" anchor="t" anchorCtr="0">
            <a:normAutofit/>
          </a:bodyPr>
          <a:lstStyle/>
          <a:p>
            <a:pPr marL="0" marR="0" lvl="0" indent="0" algn="ctr" rtl="0">
              <a:lnSpc>
                <a:spcPct val="80000"/>
              </a:lnSpc>
              <a:spcBef>
                <a:spcPts val="0"/>
              </a:spcBef>
              <a:spcAft>
                <a:spcPts val="0"/>
              </a:spcAft>
              <a:buClr>
                <a:schemeClr val="accent1"/>
              </a:buClr>
              <a:buSzPts val="600"/>
              <a:buFont typeface="Times New Roman"/>
              <a:buNone/>
            </a:pPr>
            <a:r>
              <a:rPr lang="en-US" sz="600" b="0" i="0" u="none" dirty="0">
                <a:solidFill>
                  <a:schemeClr val="accent1"/>
                </a:solidFill>
                <a:latin typeface="Times New Roman"/>
                <a:ea typeface="Times New Roman"/>
                <a:cs typeface="Times New Roman"/>
                <a:sym typeface="Times New Roman"/>
              </a:rPr>
              <a:t>	</a:t>
            </a:r>
            <a:br>
              <a:rPr lang="en-US" sz="600" b="0" i="0" u="none" dirty="0">
                <a:solidFill>
                  <a:schemeClr val="accent1"/>
                </a:solidFill>
                <a:latin typeface="Times New Roman"/>
                <a:ea typeface="Times New Roman"/>
                <a:cs typeface="Times New Roman"/>
                <a:sym typeface="Times New Roman"/>
              </a:rPr>
            </a:br>
            <a:r>
              <a:rPr lang="en-US" sz="3600" b="1" dirty="0" err="1">
                <a:solidFill>
                  <a:schemeClr val="dk1"/>
                </a:solidFill>
                <a:latin typeface="Times New Roman"/>
                <a:ea typeface="Times New Roman"/>
                <a:cs typeface="Times New Roman"/>
                <a:sym typeface="Times New Roman"/>
              </a:rPr>
              <a:t>MediNear</a:t>
            </a:r>
            <a:r>
              <a:rPr lang="en-US" sz="3600" b="1" dirty="0">
                <a:solidFill>
                  <a:schemeClr val="dk1"/>
                </a:solidFill>
                <a:latin typeface="Times New Roman"/>
                <a:ea typeface="Times New Roman"/>
                <a:cs typeface="Times New Roman"/>
                <a:sym typeface="Times New Roman"/>
              </a:rPr>
              <a:t>- HealthCare Appointment Management System</a:t>
            </a:r>
            <a:endParaRP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sp>
        <p:nvSpPr>
          <p:cNvPr id="153" name="Google Shape;153;p19"/>
          <p:cNvSpPr txBox="1"/>
          <p:nvPr/>
        </p:nvSpPr>
        <p:spPr>
          <a:xfrm>
            <a:off x="504825" y="144462"/>
            <a:ext cx="9070975" cy="755650"/>
          </a:xfrm>
          <a:prstGeom prst="rect">
            <a:avLst/>
          </a:prstGeom>
          <a:noFill/>
          <a:ln>
            <a:noFill/>
          </a:ln>
        </p:spPr>
        <p:txBody>
          <a:bodyPr spcFirstLastPara="1" wrap="square" lIns="0" tIns="31675" rIns="0" bIns="0" anchor="ctr" anchorCtr="0">
            <a:noAutofit/>
          </a:bodyPr>
          <a:lstStyle/>
          <a:p>
            <a:pPr marL="0" marR="0" lvl="0" indent="0" algn="ctr" rtl="0">
              <a:lnSpc>
                <a:spcPct val="93000"/>
              </a:lnSpc>
              <a:spcBef>
                <a:spcPts val="0"/>
              </a:spcBef>
              <a:spcAft>
                <a:spcPts val="0"/>
              </a:spcAft>
              <a:buClr>
                <a:srgbClr val="000000"/>
              </a:buClr>
              <a:buSzPts val="3600"/>
              <a:buFont typeface="Times New Roman"/>
              <a:buNone/>
            </a:pPr>
            <a:r>
              <a:rPr lang="en-US" sz="3600" b="1" i="0" u="none">
                <a:solidFill>
                  <a:srgbClr val="000000"/>
                </a:solidFill>
                <a:latin typeface="Times New Roman"/>
                <a:ea typeface="Times New Roman"/>
                <a:cs typeface="Times New Roman"/>
                <a:sym typeface="Times New Roman"/>
              </a:rPr>
              <a:t>Outline</a:t>
            </a:r>
            <a:endParaRPr/>
          </a:p>
        </p:txBody>
      </p:sp>
      <p:sp>
        <p:nvSpPr>
          <p:cNvPr id="154" name="Google Shape;154;p19"/>
          <p:cNvSpPr txBox="1"/>
          <p:nvPr/>
        </p:nvSpPr>
        <p:spPr>
          <a:xfrm>
            <a:off x="504825" y="990600"/>
            <a:ext cx="9323387" cy="6318250"/>
          </a:xfrm>
          <a:prstGeom prst="rect">
            <a:avLst/>
          </a:prstGeom>
          <a:noFill/>
          <a:ln>
            <a:noFill/>
          </a:ln>
        </p:spPr>
        <p:txBody>
          <a:bodyPr spcFirstLastPara="1" wrap="square" lIns="0" tIns="21225" rIns="0" bIns="0" anchor="t" anchorCtr="0">
            <a:noAutofit/>
          </a:bodyPr>
          <a:lstStyle/>
          <a:p>
            <a:pPr marL="430212" marR="0" lvl="0" indent="-322262" algn="just" rtl="0">
              <a:lnSpc>
                <a:spcPct val="150000"/>
              </a:lnSpc>
              <a:spcBef>
                <a:spcPts val="0"/>
              </a:spcBef>
              <a:spcAft>
                <a:spcPts val="0"/>
              </a:spcAft>
              <a:buClr>
                <a:schemeClr val="dk1"/>
              </a:buClr>
              <a:buSzPts val="2400"/>
              <a:buFont typeface="Noto Sans Symbols"/>
              <a:buChar char="▪"/>
            </a:pPr>
            <a:r>
              <a:rPr lang="en-US" sz="2400" b="0" i="0" u="none">
                <a:solidFill>
                  <a:schemeClr val="dk1"/>
                </a:solidFill>
                <a:latin typeface="Times New Roman"/>
                <a:ea typeface="Times New Roman"/>
                <a:cs typeface="Times New Roman"/>
                <a:sym typeface="Times New Roman"/>
              </a:rPr>
              <a:t>Introduction</a:t>
            </a:r>
            <a:endParaRPr/>
          </a:p>
          <a:p>
            <a:pPr marL="430212" marR="0" lvl="0" indent="-322262" algn="just" rtl="0">
              <a:lnSpc>
                <a:spcPct val="150000"/>
              </a:lnSpc>
              <a:spcBef>
                <a:spcPts val="0"/>
              </a:spcBef>
              <a:spcAft>
                <a:spcPts val="0"/>
              </a:spcAft>
              <a:buClr>
                <a:schemeClr val="dk1"/>
              </a:buClr>
              <a:buSzPts val="2400"/>
              <a:buFont typeface="Noto Sans Symbols"/>
              <a:buChar char="▪"/>
            </a:pPr>
            <a:r>
              <a:rPr lang="en-US" sz="2400" b="0" i="0" u="none">
                <a:solidFill>
                  <a:schemeClr val="dk1"/>
                </a:solidFill>
                <a:latin typeface="Times New Roman"/>
                <a:ea typeface="Times New Roman"/>
                <a:cs typeface="Times New Roman"/>
                <a:sym typeface="Times New Roman"/>
              </a:rPr>
              <a:t>Literature Survey</a:t>
            </a:r>
            <a:endParaRPr/>
          </a:p>
          <a:p>
            <a:pPr marL="430212" marR="0" lvl="0" indent="-322262" algn="just" rtl="0">
              <a:lnSpc>
                <a:spcPct val="150000"/>
              </a:lnSpc>
              <a:spcBef>
                <a:spcPts val="0"/>
              </a:spcBef>
              <a:spcAft>
                <a:spcPts val="0"/>
              </a:spcAft>
              <a:buClr>
                <a:schemeClr val="dk1"/>
              </a:buClr>
              <a:buSzPts val="2400"/>
              <a:buFont typeface="Noto Sans Symbols"/>
              <a:buChar char="▪"/>
            </a:pPr>
            <a:r>
              <a:rPr lang="en-US" sz="2400" b="0" i="0" u="none">
                <a:solidFill>
                  <a:schemeClr val="dk1"/>
                </a:solidFill>
                <a:latin typeface="Times New Roman"/>
                <a:ea typeface="Times New Roman"/>
                <a:cs typeface="Times New Roman"/>
                <a:sym typeface="Times New Roman"/>
              </a:rPr>
              <a:t>Limitations of  existing systems</a:t>
            </a:r>
            <a:endParaRPr/>
          </a:p>
          <a:p>
            <a:pPr marL="430212" marR="0" lvl="0" indent="-322262" algn="just" rtl="0">
              <a:lnSpc>
                <a:spcPct val="150000"/>
              </a:lnSpc>
              <a:spcBef>
                <a:spcPts val="0"/>
              </a:spcBef>
              <a:spcAft>
                <a:spcPts val="0"/>
              </a:spcAft>
              <a:buClr>
                <a:schemeClr val="dk1"/>
              </a:buClr>
              <a:buSzPts val="2400"/>
              <a:buFont typeface="Noto Sans Symbols"/>
              <a:buChar char="▪"/>
            </a:pPr>
            <a:r>
              <a:rPr lang="en-US" sz="2400" b="0" i="0" u="none">
                <a:solidFill>
                  <a:schemeClr val="dk1"/>
                </a:solidFill>
                <a:latin typeface="Times New Roman"/>
                <a:ea typeface="Times New Roman"/>
                <a:cs typeface="Times New Roman"/>
                <a:sym typeface="Times New Roman"/>
              </a:rPr>
              <a:t>Problem statement and Objectives</a:t>
            </a:r>
            <a:endParaRPr/>
          </a:p>
          <a:p>
            <a:pPr marL="430212" marR="0" lvl="0" indent="-322262" algn="just" rtl="0">
              <a:lnSpc>
                <a:spcPct val="150000"/>
              </a:lnSpc>
              <a:spcBef>
                <a:spcPts val="0"/>
              </a:spcBef>
              <a:spcAft>
                <a:spcPts val="0"/>
              </a:spcAft>
              <a:buClr>
                <a:schemeClr val="dk1"/>
              </a:buClr>
              <a:buSzPts val="2400"/>
              <a:buFont typeface="Noto Sans Symbols"/>
              <a:buChar char="▪"/>
            </a:pPr>
            <a:r>
              <a:rPr lang="en-US" sz="2400" b="0" i="0" u="none">
                <a:solidFill>
                  <a:schemeClr val="dk1"/>
                </a:solidFill>
                <a:latin typeface="Times New Roman"/>
                <a:ea typeface="Times New Roman"/>
                <a:cs typeface="Times New Roman"/>
                <a:sym typeface="Times New Roman"/>
              </a:rPr>
              <a:t>Proposed Methodology </a:t>
            </a:r>
            <a:endParaRPr/>
          </a:p>
          <a:p>
            <a:pPr marL="430212" marR="0" lvl="0" indent="-322262" algn="just" rtl="0">
              <a:lnSpc>
                <a:spcPct val="150000"/>
              </a:lnSpc>
              <a:spcBef>
                <a:spcPts val="0"/>
              </a:spcBef>
              <a:spcAft>
                <a:spcPts val="0"/>
              </a:spcAft>
              <a:buClr>
                <a:schemeClr val="dk1"/>
              </a:buClr>
              <a:buSzPts val="2400"/>
              <a:buFont typeface="Noto Sans Symbols"/>
              <a:buChar char="▪"/>
            </a:pPr>
            <a:r>
              <a:rPr lang="en-US" sz="2400" b="0" i="0" u="none">
                <a:solidFill>
                  <a:schemeClr val="dk1"/>
                </a:solidFill>
                <a:latin typeface="Times New Roman"/>
                <a:ea typeface="Times New Roman"/>
                <a:cs typeface="Times New Roman"/>
                <a:sym typeface="Times New Roman"/>
              </a:rPr>
              <a:t>Experimental Setup</a:t>
            </a:r>
            <a:endParaRPr/>
          </a:p>
          <a:p>
            <a:pPr marL="430212" marR="0" lvl="0" indent="-322262" algn="just" rtl="0">
              <a:lnSpc>
                <a:spcPct val="150000"/>
              </a:lnSpc>
              <a:spcBef>
                <a:spcPts val="0"/>
              </a:spcBef>
              <a:spcAft>
                <a:spcPts val="0"/>
              </a:spcAft>
              <a:buClr>
                <a:schemeClr val="dk1"/>
              </a:buClr>
              <a:buSzPts val="2400"/>
              <a:buFont typeface="Noto Sans Symbols"/>
              <a:buChar char="▪"/>
            </a:pPr>
            <a:r>
              <a:rPr lang="en-US" sz="2400" b="0" i="0" u="none">
                <a:solidFill>
                  <a:schemeClr val="dk1"/>
                </a:solidFill>
                <a:latin typeface="Times New Roman"/>
                <a:ea typeface="Times New Roman"/>
                <a:cs typeface="Times New Roman"/>
                <a:sym typeface="Times New Roman"/>
              </a:rPr>
              <a:t>Implementation</a:t>
            </a:r>
            <a:endParaRPr/>
          </a:p>
          <a:p>
            <a:pPr marL="430212" marR="0" lvl="0" indent="-322262" algn="just" rtl="0">
              <a:lnSpc>
                <a:spcPct val="150000"/>
              </a:lnSpc>
              <a:spcBef>
                <a:spcPts val="0"/>
              </a:spcBef>
              <a:spcAft>
                <a:spcPts val="0"/>
              </a:spcAft>
              <a:buClr>
                <a:schemeClr val="dk1"/>
              </a:buClr>
              <a:buSzPts val="2400"/>
              <a:buFont typeface="Noto Sans Symbols"/>
              <a:buChar char="▪"/>
            </a:pPr>
            <a:r>
              <a:rPr lang="en-US" sz="2400" b="0" i="0" u="none">
                <a:solidFill>
                  <a:schemeClr val="dk1"/>
                </a:solidFill>
                <a:latin typeface="Times New Roman"/>
                <a:ea typeface="Times New Roman"/>
                <a:cs typeface="Times New Roman"/>
                <a:sym typeface="Times New Roman"/>
              </a:rPr>
              <a:t>Results &amp; Analysis</a:t>
            </a:r>
            <a:endParaRPr/>
          </a:p>
          <a:p>
            <a:pPr marL="430212" marR="0" lvl="0" indent="-322262" algn="just" rtl="0">
              <a:lnSpc>
                <a:spcPct val="150000"/>
              </a:lnSpc>
              <a:spcBef>
                <a:spcPts val="0"/>
              </a:spcBef>
              <a:spcAft>
                <a:spcPts val="0"/>
              </a:spcAft>
              <a:buClr>
                <a:schemeClr val="dk1"/>
              </a:buClr>
              <a:buSzPts val="2400"/>
              <a:buFont typeface="Noto Sans Symbols"/>
              <a:buChar char="▪"/>
            </a:pPr>
            <a:r>
              <a:rPr lang="en-US" sz="2400" b="0" i="0" u="none">
                <a:solidFill>
                  <a:schemeClr val="dk1"/>
                </a:solidFill>
                <a:latin typeface="Times New Roman"/>
                <a:ea typeface="Times New Roman"/>
                <a:cs typeface="Times New Roman"/>
                <a:sym typeface="Times New Roman"/>
              </a:rPr>
              <a:t>Conclusion and Future work</a:t>
            </a:r>
            <a:endParaRPr/>
          </a:p>
          <a:p>
            <a:pPr marL="430212" marR="0" lvl="0" indent="-322262" algn="just" rtl="0">
              <a:lnSpc>
                <a:spcPct val="150000"/>
              </a:lnSpc>
              <a:spcBef>
                <a:spcPts val="0"/>
              </a:spcBef>
              <a:spcAft>
                <a:spcPts val="0"/>
              </a:spcAft>
              <a:buClr>
                <a:schemeClr val="dk1"/>
              </a:buClr>
              <a:buSzPts val="2400"/>
              <a:buFont typeface="Noto Sans Symbols"/>
              <a:buChar char="▪"/>
            </a:pPr>
            <a:r>
              <a:rPr lang="en-US" sz="2400" b="0" i="0" u="none">
                <a:solidFill>
                  <a:schemeClr val="dk1"/>
                </a:solidFill>
                <a:latin typeface="Times New Roman"/>
                <a:ea typeface="Times New Roman"/>
                <a:cs typeface="Times New Roman"/>
                <a:sym typeface="Times New Roman"/>
              </a:rPr>
              <a:t>References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59"/>
        <p:cNvGrpSpPr/>
        <p:nvPr/>
      </p:nvGrpSpPr>
      <p:grpSpPr>
        <a:xfrm>
          <a:off x="0" y="0"/>
          <a:ext cx="0" cy="0"/>
          <a:chOff x="0" y="0"/>
          <a:chExt cx="0" cy="0"/>
        </a:xfrm>
      </p:grpSpPr>
      <p:sp>
        <p:nvSpPr>
          <p:cNvPr id="160" name="Google Shape;160;p20"/>
          <p:cNvSpPr txBox="1"/>
          <p:nvPr/>
        </p:nvSpPr>
        <p:spPr>
          <a:xfrm>
            <a:off x="412750" y="179387"/>
            <a:ext cx="9450512" cy="1262100"/>
          </a:xfrm>
          <a:prstGeom prst="rect">
            <a:avLst/>
          </a:prstGeom>
          <a:noFill/>
          <a:ln>
            <a:noFill/>
          </a:ln>
        </p:spPr>
        <p:txBody>
          <a:bodyPr spcFirstLastPara="1" wrap="square" lIns="0" tIns="31675" rIns="0" bIns="0" anchor="ctr" anchorCtr="0">
            <a:noAutofit/>
          </a:bodyPr>
          <a:lstStyle/>
          <a:p>
            <a:pPr marL="0" marR="0" lvl="0" indent="0" algn="l" rtl="0">
              <a:lnSpc>
                <a:spcPct val="93000"/>
              </a:lnSpc>
              <a:spcBef>
                <a:spcPts val="0"/>
              </a:spcBef>
              <a:spcAft>
                <a:spcPts val="0"/>
              </a:spcAft>
              <a:buClr>
                <a:srgbClr val="000000"/>
              </a:buClr>
              <a:buSzPts val="3600"/>
              <a:buFont typeface="Times New Roman"/>
              <a:buNone/>
            </a:pPr>
            <a:r>
              <a:rPr lang="en-US" sz="3600" b="1" i="0" u="none">
                <a:solidFill>
                  <a:srgbClr val="000000"/>
                </a:solidFill>
                <a:latin typeface="Times New Roman"/>
                <a:ea typeface="Times New Roman"/>
                <a:cs typeface="Times New Roman"/>
                <a:sym typeface="Times New Roman"/>
              </a:rPr>
              <a:t>Introduction</a:t>
            </a:r>
            <a:r>
              <a:rPr lang="en-US" sz="3600" b="1">
                <a:latin typeface="Times New Roman"/>
                <a:ea typeface="Times New Roman"/>
                <a:cs typeface="Times New Roman"/>
                <a:sym typeface="Times New Roman"/>
              </a:rPr>
              <a:t> </a:t>
            </a:r>
            <a:r>
              <a:rPr lang="en-US" sz="3600" b="1" i="0" u="none">
                <a:solidFill>
                  <a:srgbClr val="000000"/>
                </a:solidFill>
                <a:latin typeface="Times New Roman"/>
                <a:ea typeface="Times New Roman"/>
                <a:cs typeface="Times New Roman"/>
                <a:sym typeface="Times New Roman"/>
              </a:rPr>
              <a:t>(Background &amp; Importance)</a:t>
            </a:r>
            <a:endParaRPr/>
          </a:p>
        </p:txBody>
      </p:sp>
      <p:sp>
        <p:nvSpPr>
          <p:cNvPr id="161" name="Google Shape;161;p20"/>
          <p:cNvSpPr txBox="1"/>
          <p:nvPr/>
        </p:nvSpPr>
        <p:spPr>
          <a:xfrm>
            <a:off x="412750" y="1306850"/>
            <a:ext cx="8554200" cy="59916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900">
              <a:latin typeface="Times New Roman"/>
              <a:ea typeface="Times New Roman"/>
              <a:cs typeface="Times New Roman"/>
              <a:sym typeface="Times New Roman"/>
            </a:endParaRPr>
          </a:p>
          <a:p>
            <a:pPr marL="457200" lvl="0" indent="-349250" algn="l" rtl="0">
              <a:spcBef>
                <a:spcPts val="480"/>
              </a:spcBef>
              <a:spcAft>
                <a:spcPts val="0"/>
              </a:spcAft>
              <a:buClr>
                <a:schemeClr val="dk1"/>
              </a:buClr>
              <a:buSzPts val="1900"/>
              <a:buFont typeface="Times New Roman"/>
              <a:buChar char="●"/>
            </a:pPr>
            <a:r>
              <a:rPr lang="en-US" sz="1900">
                <a:solidFill>
                  <a:schemeClr val="dk1"/>
                </a:solidFill>
                <a:latin typeface="Times New Roman"/>
                <a:ea typeface="Times New Roman"/>
                <a:cs typeface="Times New Roman"/>
                <a:sym typeface="Times New Roman"/>
              </a:rPr>
              <a:t>Healthcare sector is rapidly evolving with the integration of digital technologies and mobile applications.</a:t>
            </a:r>
            <a:br>
              <a:rPr lang="en-US" sz="1900">
                <a:solidFill>
                  <a:schemeClr val="dk1"/>
                </a:solidFill>
                <a:latin typeface="Times New Roman"/>
                <a:ea typeface="Times New Roman"/>
                <a:cs typeface="Times New Roman"/>
                <a:sym typeface="Times New Roman"/>
              </a:rPr>
            </a:br>
            <a:endParaRPr sz="1900">
              <a:solidFill>
                <a:schemeClr val="dk1"/>
              </a:solidFill>
              <a:latin typeface="Times New Roman"/>
              <a:ea typeface="Times New Roman"/>
              <a:cs typeface="Times New Roman"/>
              <a:sym typeface="Times New Roman"/>
            </a:endParaRPr>
          </a:p>
          <a:p>
            <a:pPr marL="457200" lvl="0" indent="-349250" algn="l" rtl="0">
              <a:spcBef>
                <a:spcPts val="0"/>
              </a:spcBef>
              <a:spcAft>
                <a:spcPts val="0"/>
              </a:spcAft>
              <a:buClr>
                <a:schemeClr val="dk1"/>
              </a:buClr>
              <a:buSzPts val="1900"/>
              <a:buFont typeface="Times New Roman"/>
              <a:buChar char="●"/>
            </a:pPr>
            <a:r>
              <a:rPr lang="en-US" sz="1900">
                <a:solidFill>
                  <a:schemeClr val="dk1"/>
                </a:solidFill>
                <a:latin typeface="Times New Roman"/>
                <a:ea typeface="Times New Roman"/>
                <a:cs typeface="Times New Roman"/>
                <a:sym typeface="Times New Roman"/>
              </a:rPr>
              <a:t>Many patients still rely on traditional methods for booking appointments, which are time-consuming and inefficient.</a:t>
            </a:r>
            <a:br>
              <a:rPr lang="en-US" sz="1900">
                <a:solidFill>
                  <a:schemeClr val="dk1"/>
                </a:solidFill>
                <a:latin typeface="Times New Roman"/>
                <a:ea typeface="Times New Roman"/>
                <a:cs typeface="Times New Roman"/>
                <a:sym typeface="Times New Roman"/>
              </a:rPr>
            </a:br>
            <a:endParaRPr sz="1900">
              <a:solidFill>
                <a:schemeClr val="dk1"/>
              </a:solidFill>
              <a:latin typeface="Times New Roman"/>
              <a:ea typeface="Times New Roman"/>
              <a:cs typeface="Times New Roman"/>
              <a:sym typeface="Times New Roman"/>
            </a:endParaRPr>
          </a:p>
          <a:p>
            <a:pPr marL="457200" lvl="0" indent="-349250" algn="l" rtl="0">
              <a:spcBef>
                <a:spcPts val="0"/>
              </a:spcBef>
              <a:spcAft>
                <a:spcPts val="0"/>
              </a:spcAft>
              <a:buClr>
                <a:schemeClr val="dk1"/>
              </a:buClr>
              <a:buSzPts val="1900"/>
              <a:buChar char="●"/>
            </a:pPr>
            <a:r>
              <a:rPr lang="en-US" sz="1900">
                <a:solidFill>
                  <a:schemeClr val="dk1"/>
                </a:solidFill>
                <a:latin typeface="Times New Roman"/>
                <a:ea typeface="Times New Roman"/>
                <a:cs typeface="Times New Roman"/>
                <a:sym typeface="Times New Roman"/>
              </a:rPr>
              <a:t>Difficulty in finding </a:t>
            </a:r>
            <a:r>
              <a:rPr lang="en-US" sz="1900" b="1">
                <a:solidFill>
                  <a:schemeClr val="dk1"/>
                </a:solidFill>
                <a:latin typeface="Times New Roman"/>
                <a:ea typeface="Times New Roman"/>
                <a:cs typeface="Times New Roman"/>
                <a:sym typeface="Times New Roman"/>
              </a:rPr>
              <a:t>trusted doctors, clinics, and specialists</a:t>
            </a:r>
            <a:r>
              <a:rPr lang="en-US" sz="1900">
                <a:solidFill>
                  <a:schemeClr val="dk1"/>
                </a:solidFill>
                <a:latin typeface="Times New Roman"/>
                <a:ea typeface="Times New Roman"/>
                <a:cs typeface="Times New Roman"/>
                <a:sym typeface="Times New Roman"/>
              </a:rPr>
              <a:t> in nearby locations.</a:t>
            </a:r>
            <a:br>
              <a:rPr lang="en-US" sz="1900">
                <a:solidFill>
                  <a:schemeClr val="dk1"/>
                </a:solidFill>
                <a:latin typeface="Times New Roman"/>
                <a:ea typeface="Times New Roman"/>
                <a:cs typeface="Times New Roman"/>
                <a:sym typeface="Times New Roman"/>
              </a:rPr>
            </a:br>
            <a:endParaRPr sz="1900">
              <a:solidFill>
                <a:schemeClr val="dk1"/>
              </a:solidFill>
              <a:latin typeface="Times New Roman"/>
              <a:ea typeface="Times New Roman"/>
              <a:cs typeface="Times New Roman"/>
              <a:sym typeface="Times New Roman"/>
            </a:endParaRPr>
          </a:p>
          <a:p>
            <a:pPr marL="457200" lvl="0" indent="-349250" algn="l" rtl="0">
              <a:spcBef>
                <a:spcPts val="0"/>
              </a:spcBef>
              <a:spcAft>
                <a:spcPts val="0"/>
              </a:spcAft>
              <a:buClr>
                <a:schemeClr val="dk1"/>
              </a:buClr>
              <a:buSzPts val="1900"/>
              <a:buChar char="●"/>
            </a:pPr>
            <a:r>
              <a:rPr lang="en-US" sz="1900">
                <a:solidFill>
                  <a:schemeClr val="dk1"/>
                </a:solidFill>
                <a:latin typeface="Times New Roman"/>
                <a:ea typeface="Times New Roman"/>
                <a:cs typeface="Times New Roman"/>
                <a:sym typeface="Times New Roman"/>
              </a:rPr>
              <a:t>Increase in demand for </a:t>
            </a:r>
            <a:r>
              <a:rPr lang="en-US" sz="1900" b="1">
                <a:solidFill>
                  <a:schemeClr val="dk1"/>
                </a:solidFill>
                <a:latin typeface="Times New Roman"/>
                <a:ea typeface="Times New Roman"/>
                <a:cs typeface="Times New Roman"/>
                <a:sym typeface="Times New Roman"/>
              </a:rPr>
              <a:t>online healthcare services</a:t>
            </a:r>
            <a:r>
              <a:rPr lang="en-US" sz="1900">
                <a:solidFill>
                  <a:schemeClr val="dk1"/>
                </a:solidFill>
                <a:latin typeface="Times New Roman"/>
                <a:ea typeface="Times New Roman"/>
                <a:cs typeface="Times New Roman"/>
                <a:sym typeface="Times New Roman"/>
              </a:rPr>
              <a:t> after digital transformation.</a:t>
            </a:r>
            <a:br>
              <a:rPr lang="en-US" sz="1900">
                <a:solidFill>
                  <a:schemeClr val="dk1"/>
                </a:solidFill>
                <a:latin typeface="Times New Roman"/>
                <a:ea typeface="Times New Roman"/>
                <a:cs typeface="Times New Roman"/>
                <a:sym typeface="Times New Roman"/>
              </a:rPr>
            </a:br>
            <a:endParaRPr sz="1900">
              <a:solidFill>
                <a:schemeClr val="dk1"/>
              </a:solidFill>
              <a:latin typeface="Times New Roman"/>
              <a:ea typeface="Times New Roman"/>
              <a:cs typeface="Times New Roman"/>
              <a:sym typeface="Times New Roman"/>
            </a:endParaRPr>
          </a:p>
          <a:p>
            <a:pPr marL="457200" lvl="0" indent="-349250" algn="l" rtl="0">
              <a:spcBef>
                <a:spcPts val="0"/>
              </a:spcBef>
              <a:spcAft>
                <a:spcPts val="0"/>
              </a:spcAft>
              <a:buClr>
                <a:schemeClr val="dk1"/>
              </a:buClr>
              <a:buSzPts val="1900"/>
              <a:buFont typeface="Times New Roman"/>
              <a:buChar char="●"/>
            </a:pPr>
            <a:r>
              <a:rPr lang="en-US" sz="1900">
                <a:solidFill>
                  <a:schemeClr val="dk1"/>
                </a:solidFill>
                <a:latin typeface="Times New Roman"/>
                <a:ea typeface="Times New Roman"/>
                <a:cs typeface="Times New Roman"/>
                <a:sym typeface="Times New Roman"/>
              </a:rPr>
              <a:t>Applications like Practo have shown how technology can simplify healthcare access.</a:t>
            </a:r>
            <a:br>
              <a:rPr lang="en-US" sz="1900">
                <a:solidFill>
                  <a:schemeClr val="dk1"/>
                </a:solidFill>
                <a:latin typeface="Times New Roman"/>
                <a:ea typeface="Times New Roman"/>
                <a:cs typeface="Times New Roman"/>
                <a:sym typeface="Times New Roman"/>
              </a:rPr>
            </a:br>
            <a:endParaRPr sz="1900">
              <a:solidFill>
                <a:schemeClr val="dk1"/>
              </a:solidFill>
              <a:latin typeface="Times New Roman"/>
              <a:ea typeface="Times New Roman"/>
              <a:cs typeface="Times New Roman"/>
              <a:sym typeface="Times New Roman"/>
            </a:endParaRPr>
          </a:p>
          <a:p>
            <a:pPr marL="457200" lvl="0" indent="-349250" algn="l" rtl="0">
              <a:spcBef>
                <a:spcPts val="0"/>
              </a:spcBef>
              <a:spcAft>
                <a:spcPts val="0"/>
              </a:spcAft>
              <a:buClr>
                <a:schemeClr val="dk1"/>
              </a:buClr>
              <a:buSzPts val="1900"/>
              <a:buChar char="●"/>
            </a:pPr>
            <a:r>
              <a:rPr lang="en-US" sz="1900" b="1">
                <a:solidFill>
                  <a:schemeClr val="dk1"/>
                </a:solidFill>
                <a:latin typeface="Times New Roman"/>
                <a:ea typeface="Times New Roman"/>
                <a:cs typeface="Times New Roman"/>
                <a:sym typeface="Times New Roman"/>
              </a:rPr>
              <a:t>MediNear</a:t>
            </a:r>
            <a:r>
              <a:rPr lang="en-US" sz="1900">
                <a:solidFill>
                  <a:schemeClr val="dk1"/>
                </a:solidFill>
                <a:latin typeface="Times New Roman"/>
                <a:ea typeface="Times New Roman"/>
                <a:cs typeface="Times New Roman"/>
                <a:sym typeface="Times New Roman"/>
              </a:rPr>
              <a:t> is proposed as a smart healthcare solution to provide easy doctor discovery and appointment booking.</a:t>
            </a:r>
            <a:endParaRPr sz="1900">
              <a:solidFill>
                <a:schemeClr val="dk1"/>
              </a:solidFill>
              <a:latin typeface="Times New Roman"/>
              <a:ea typeface="Times New Roman"/>
              <a:cs typeface="Times New Roman"/>
              <a:sym typeface="Times New Roman"/>
            </a:endParaRPr>
          </a:p>
          <a:p>
            <a:pPr marL="457200" marR="0" lvl="0" indent="0" algn="l" rtl="0">
              <a:lnSpc>
                <a:spcPct val="100000"/>
              </a:lnSpc>
              <a:spcBef>
                <a:spcPts val="480"/>
              </a:spcBef>
              <a:spcAft>
                <a:spcPts val="0"/>
              </a:spcAft>
              <a:buNone/>
            </a:pPr>
            <a:endParaRPr sz="1900">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80"/>
        <p:cNvGrpSpPr/>
        <p:nvPr/>
      </p:nvGrpSpPr>
      <p:grpSpPr>
        <a:xfrm>
          <a:off x="0" y="0"/>
          <a:ext cx="0" cy="0"/>
          <a:chOff x="0" y="0"/>
          <a:chExt cx="0" cy="0"/>
        </a:xfrm>
      </p:grpSpPr>
      <p:sp>
        <p:nvSpPr>
          <p:cNvPr id="181" name="Google Shape;181;p23"/>
          <p:cNvSpPr txBox="1"/>
          <p:nvPr/>
        </p:nvSpPr>
        <p:spPr>
          <a:xfrm>
            <a:off x="503237" y="301625"/>
            <a:ext cx="9070975" cy="1262062"/>
          </a:xfrm>
          <a:prstGeom prst="rect">
            <a:avLst/>
          </a:prstGeom>
          <a:noFill/>
          <a:ln>
            <a:noFill/>
          </a:ln>
        </p:spPr>
        <p:txBody>
          <a:bodyPr spcFirstLastPara="1" wrap="square" lIns="0" tIns="31675" rIns="0" bIns="0" anchor="ctr" anchorCtr="0">
            <a:noAutofit/>
          </a:bodyPr>
          <a:lstStyle/>
          <a:p>
            <a:pPr marL="0" marR="0" lvl="0" indent="0" algn="l" rtl="0">
              <a:lnSpc>
                <a:spcPct val="93000"/>
              </a:lnSpc>
              <a:spcBef>
                <a:spcPts val="0"/>
              </a:spcBef>
              <a:spcAft>
                <a:spcPts val="0"/>
              </a:spcAft>
              <a:buClr>
                <a:srgbClr val="000000"/>
              </a:buClr>
              <a:buSzPts val="3600"/>
              <a:buFont typeface="Times New Roman"/>
              <a:buNone/>
            </a:pPr>
            <a:r>
              <a:rPr lang="en-US" sz="3600" b="1" i="0" u="none" dirty="0">
                <a:solidFill>
                  <a:srgbClr val="000000"/>
                </a:solidFill>
                <a:latin typeface="Times New Roman"/>
                <a:ea typeface="Times New Roman"/>
                <a:cs typeface="Times New Roman"/>
                <a:sym typeface="Times New Roman"/>
              </a:rPr>
              <a:t>Literature Survey</a:t>
            </a:r>
            <a:r>
              <a:rPr lang="en-US" sz="3600" b="1" dirty="0">
                <a:solidFill>
                  <a:schemeClr val="dk1"/>
                </a:solidFill>
                <a:latin typeface="Times New Roman"/>
                <a:ea typeface="Times New Roman"/>
                <a:cs typeface="Times New Roman"/>
                <a:sym typeface="Times New Roman"/>
              </a:rPr>
              <a:t>(Overview of Existing Systems)</a:t>
            </a:r>
            <a:r>
              <a:rPr lang="en-US" sz="3600" b="1" i="0" u="none" dirty="0">
                <a:solidFill>
                  <a:srgbClr val="000000"/>
                </a:solidFill>
                <a:latin typeface="Times New Roman"/>
                <a:ea typeface="Times New Roman"/>
                <a:cs typeface="Times New Roman"/>
                <a:sym typeface="Times New Roman"/>
              </a:rPr>
              <a:t> </a:t>
            </a:r>
            <a:endParaRPr dirty="0">
              <a:latin typeface="Times New Roman"/>
              <a:ea typeface="Times New Roman"/>
              <a:cs typeface="Times New Roman"/>
              <a:sym typeface="Times New Roman"/>
            </a:endParaRPr>
          </a:p>
        </p:txBody>
      </p:sp>
      <p:sp>
        <p:nvSpPr>
          <p:cNvPr id="182" name="Google Shape;182;p23"/>
          <p:cNvSpPr txBox="1"/>
          <p:nvPr/>
        </p:nvSpPr>
        <p:spPr>
          <a:xfrm>
            <a:off x="503225" y="1246550"/>
            <a:ext cx="8745300" cy="5911200"/>
          </a:xfrm>
          <a:prstGeom prst="rect">
            <a:avLst/>
          </a:prstGeom>
          <a:noFill/>
          <a:ln>
            <a:noFill/>
          </a:ln>
        </p:spPr>
        <p:txBody>
          <a:bodyPr spcFirstLastPara="1" wrap="square" lIns="0" tIns="21225" rIns="0" bIns="0" anchor="t" anchorCtr="0">
            <a:noAutofit/>
          </a:bodyPr>
          <a:lstStyle/>
          <a:p>
            <a:pPr marL="0" lvl="0" indent="0" algn="l" rtl="0">
              <a:lnSpc>
                <a:spcPct val="100000"/>
              </a:lnSpc>
              <a:spcBef>
                <a:spcPts val="1800"/>
              </a:spcBef>
              <a:spcAft>
                <a:spcPts val="0"/>
              </a:spcAft>
              <a:buClr>
                <a:schemeClr val="dk1"/>
              </a:buClr>
              <a:buSzPts val="1100"/>
              <a:buFont typeface="Arial"/>
              <a:buNone/>
            </a:pPr>
            <a:endParaRPr sz="1900" b="1" dirty="0">
              <a:solidFill>
                <a:schemeClr val="dk1"/>
              </a:solidFill>
              <a:latin typeface="Times New Roman"/>
              <a:ea typeface="Times New Roman"/>
              <a:cs typeface="Times New Roman"/>
              <a:sym typeface="Times New Roman"/>
            </a:endParaRPr>
          </a:p>
          <a:p>
            <a:pPr marL="457200" lvl="0" indent="-349250" algn="l" rtl="0">
              <a:lnSpc>
                <a:spcPct val="100000"/>
              </a:lnSpc>
              <a:spcBef>
                <a:spcPts val="1200"/>
              </a:spcBef>
              <a:spcAft>
                <a:spcPts val="0"/>
              </a:spcAft>
              <a:buClr>
                <a:schemeClr val="dk1"/>
              </a:buClr>
              <a:buSzPts val="1900"/>
              <a:buFont typeface="Times New Roman"/>
              <a:buChar char="●"/>
            </a:pPr>
            <a:r>
              <a:rPr lang="en-US" sz="1900" dirty="0">
                <a:solidFill>
                  <a:schemeClr val="dk1"/>
                </a:solidFill>
                <a:latin typeface="Times New Roman"/>
                <a:ea typeface="Times New Roman"/>
                <a:cs typeface="Times New Roman"/>
                <a:sym typeface="Times New Roman"/>
              </a:rPr>
              <a:t>Digital healthcare platforms have gained popularity for doctor consultation and appointment booking</a:t>
            </a:r>
            <a:br>
              <a:rPr lang="en-US" sz="1900" dirty="0">
                <a:solidFill>
                  <a:schemeClr val="dk1"/>
                </a:solidFill>
                <a:latin typeface="Times New Roman"/>
                <a:ea typeface="Times New Roman"/>
                <a:cs typeface="Times New Roman"/>
                <a:sym typeface="Times New Roman"/>
              </a:rPr>
            </a:br>
            <a:endParaRPr sz="1900" dirty="0">
              <a:solidFill>
                <a:schemeClr val="dk1"/>
              </a:solidFill>
              <a:latin typeface="Times New Roman"/>
              <a:ea typeface="Times New Roman"/>
              <a:cs typeface="Times New Roman"/>
              <a:sym typeface="Times New Roman"/>
            </a:endParaRPr>
          </a:p>
          <a:p>
            <a:pPr marL="457200" lvl="0" indent="-349250" algn="l" rtl="0">
              <a:lnSpc>
                <a:spcPct val="100000"/>
              </a:lnSpc>
              <a:spcBef>
                <a:spcPts val="0"/>
              </a:spcBef>
              <a:spcAft>
                <a:spcPts val="0"/>
              </a:spcAft>
              <a:buClr>
                <a:schemeClr val="dk1"/>
              </a:buClr>
              <a:buSzPts val="1900"/>
              <a:buFont typeface="Times New Roman"/>
              <a:buChar char="●"/>
            </a:pPr>
            <a:r>
              <a:rPr lang="en-US" sz="1900" dirty="0">
                <a:solidFill>
                  <a:schemeClr val="dk1"/>
                </a:solidFill>
                <a:latin typeface="Times New Roman"/>
                <a:ea typeface="Times New Roman"/>
                <a:cs typeface="Times New Roman"/>
                <a:sym typeface="Times New Roman"/>
              </a:rPr>
              <a:t>Various systems provide online healthcare services through mobile and web applications</a:t>
            </a:r>
            <a:br>
              <a:rPr lang="en-US" sz="1900" dirty="0">
                <a:solidFill>
                  <a:schemeClr val="dk1"/>
                </a:solidFill>
                <a:latin typeface="Times New Roman"/>
                <a:ea typeface="Times New Roman"/>
                <a:cs typeface="Times New Roman"/>
                <a:sym typeface="Times New Roman"/>
              </a:rPr>
            </a:br>
            <a:endParaRPr sz="1900" dirty="0">
              <a:solidFill>
                <a:schemeClr val="dk1"/>
              </a:solidFill>
              <a:latin typeface="Times New Roman"/>
              <a:ea typeface="Times New Roman"/>
              <a:cs typeface="Times New Roman"/>
              <a:sym typeface="Times New Roman"/>
            </a:endParaRPr>
          </a:p>
          <a:p>
            <a:pPr marL="457200" lvl="0" indent="-349250" algn="l" rtl="0">
              <a:lnSpc>
                <a:spcPct val="100000"/>
              </a:lnSpc>
              <a:spcBef>
                <a:spcPts val="0"/>
              </a:spcBef>
              <a:spcAft>
                <a:spcPts val="0"/>
              </a:spcAft>
              <a:buClr>
                <a:schemeClr val="dk1"/>
              </a:buClr>
              <a:buSzPts val="1900"/>
              <a:buFont typeface="Times New Roman"/>
              <a:buChar char="●"/>
            </a:pPr>
            <a:r>
              <a:rPr lang="en-US" sz="1900" dirty="0">
                <a:solidFill>
                  <a:schemeClr val="dk1"/>
                </a:solidFill>
                <a:latin typeface="Times New Roman"/>
                <a:ea typeface="Times New Roman"/>
                <a:cs typeface="Times New Roman"/>
                <a:sym typeface="Times New Roman"/>
              </a:rPr>
              <a:t>Some widely used platforms include:</a:t>
            </a:r>
            <a:br>
              <a:rPr lang="en-US" sz="1900" dirty="0">
                <a:solidFill>
                  <a:schemeClr val="dk1"/>
                </a:solidFill>
                <a:latin typeface="Times New Roman"/>
                <a:ea typeface="Times New Roman"/>
                <a:cs typeface="Times New Roman"/>
                <a:sym typeface="Times New Roman"/>
              </a:rPr>
            </a:br>
            <a:endParaRPr sz="1900" dirty="0">
              <a:solidFill>
                <a:schemeClr val="dk1"/>
              </a:solidFill>
              <a:latin typeface="Times New Roman"/>
              <a:ea typeface="Times New Roman"/>
              <a:cs typeface="Times New Roman"/>
              <a:sym typeface="Times New Roman"/>
            </a:endParaRPr>
          </a:p>
          <a:p>
            <a:pPr marL="914400" lvl="1" indent="-349250" algn="l" rtl="0">
              <a:lnSpc>
                <a:spcPct val="100000"/>
              </a:lnSpc>
              <a:spcBef>
                <a:spcPts val="0"/>
              </a:spcBef>
              <a:spcAft>
                <a:spcPts val="0"/>
              </a:spcAft>
              <a:buClr>
                <a:schemeClr val="dk1"/>
              </a:buClr>
              <a:buSzPts val="1900"/>
              <a:buFont typeface="Times New Roman"/>
              <a:buChar char="○"/>
            </a:pPr>
            <a:r>
              <a:rPr lang="en-US" sz="1900" dirty="0" err="1">
                <a:solidFill>
                  <a:schemeClr val="dk1"/>
                </a:solidFill>
                <a:latin typeface="Times New Roman"/>
                <a:ea typeface="Times New Roman"/>
                <a:cs typeface="Times New Roman"/>
                <a:sym typeface="Times New Roman"/>
              </a:rPr>
              <a:t>Practo</a:t>
            </a:r>
            <a:r>
              <a:rPr lang="en-US" sz="1900" dirty="0">
                <a:solidFill>
                  <a:schemeClr val="dk1"/>
                </a:solidFill>
                <a:latin typeface="Times New Roman"/>
                <a:ea typeface="Times New Roman"/>
                <a:cs typeface="Times New Roman"/>
                <a:sym typeface="Times New Roman"/>
              </a:rPr>
              <a:t> – Doctor discovery and appointment booking</a:t>
            </a:r>
            <a:br>
              <a:rPr lang="en-US" sz="1900" dirty="0">
                <a:solidFill>
                  <a:schemeClr val="dk1"/>
                </a:solidFill>
                <a:latin typeface="Times New Roman"/>
                <a:ea typeface="Times New Roman"/>
                <a:cs typeface="Times New Roman"/>
                <a:sym typeface="Times New Roman"/>
              </a:rPr>
            </a:br>
            <a:endParaRPr sz="1900" dirty="0">
              <a:solidFill>
                <a:schemeClr val="dk1"/>
              </a:solidFill>
              <a:latin typeface="Times New Roman"/>
              <a:ea typeface="Times New Roman"/>
              <a:cs typeface="Times New Roman"/>
              <a:sym typeface="Times New Roman"/>
            </a:endParaRPr>
          </a:p>
          <a:p>
            <a:pPr marL="914400" lvl="1" indent="-349250" algn="l" rtl="0">
              <a:lnSpc>
                <a:spcPct val="100000"/>
              </a:lnSpc>
              <a:spcBef>
                <a:spcPts val="0"/>
              </a:spcBef>
              <a:spcAft>
                <a:spcPts val="0"/>
              </a:spcAft>
              <a:buClr>
                <a:schemeClr val="dk1"/>
              </a:buClr>
              <a:buSzPts val="1900"/>
              <a:buFont typeface="Times New Roman"/>
              <a:buChar char="○"/>
            </a:pPr>
            <a:r>
              <a:rPr lang="en-US" sz="1900" dirty="0">
                <a:solidFill>
                  <a:schemeClr val="dk1"/>
                </a:solidFill>
                <a:latin typeface="Times New Roman"/>
                <a:ea typeface="Times New Roman"/>
                <a:cs typeface="Times New Roman"/>
                <a:sym typeface="Times New Roman"/>
              </a:rPr>
              <a:t>Tata 1mg – Medicine delivery and consultation</a:t>
            </a:r>
            <a:br>
              <a:rPr lang="en-US" sz="1900" dirty="0">
                <a:solidFill>
                  <a:schemeClr val="dk1"/>
                </a:solidFill>
                <a:latin typeface="Times New Roman"/>
                <a:ea typeface="Times New Roman"/>
                <a:cs typeface="Times New Roman"/>
                <a:sym typeface="Times New Roman"/>
              </a:rPr>
            </a:br>
            <a:endParaRPr sz="1900" dirty="0">
              <a:solidFill>
                <a:schemeClr val="dk1"/>
              </a:solidFill>
              <a:latin typeface="Times New Roman"/>
              <a:ea typeface="Times New Roman"/>
              <a:cs typeface="Times New Roman"/>
              <a:sym typeface="Times New Roman"/>
            </a:endParaRPr>
          </a:p>
          <a:p>
            <a:pPr marL="914400" lvl="1" indent="-349250" algn="l" rtl="0">
              <a:lnSpc>
                <a:spcPct val="100000"/>
              </a:lnSpc>
              <a:spcBef>
                <a:spcPts val="0"/>
              </a:spcBef>
              <a:spcAft>
                <a:spcPts val="0"/>
              </a:spcAft>
              <a:buClr>
                <a:schemeClr val="dk1"/>
              </a:buClr>
              <a:buSzPts val="1900"/>
              <a:buFont typeface="Times New Roman"/>
              <a:buChar char="○"/>
            </a:pPr>
            <a:r>
              <a:rPr lang="en-US" sz="1900" dirty="0">
                <a:solidFill>
                  <a:schemeClr val="dk1"/>
                </a:solidFill>
                <a:latin typeface="Times New Roman"/>
                <a:ea typeface="Times New Roman"/>
                <a:cs typeface="Times New Roman"/>
                <a:sym typeface="Times New Roman"/>
              </a:rPr>
              <a:t>Apollo 24/7 – Hospital-based healthcare services</a:t>
            </a:r>
            <a:br>
              <a:rPr lang="en-US" sz="1900" dirty="0">
                <a:solidFill>
                  <a:schemeClr val="dk1"/>
                </a:solidFill>
                <a:latin typeface="Times New Roman"/>
                <a:ea typeface="Times New Roman"/>
                <a:cs typeface="Times New Roman"/>
                <a:sym typeface="Times New Roman"/>
              </a:rPr>
            </a:br>
            <a:endParaRPr sz="1900" dirty="0">
              <a:solidFill>
                <a:schemeClr val="dk1"/>
              </a:solidFill>
              <a:latin typeface="Times New Roman"/>
              <a:ea typeface="Times New Roman"/>
              <a:cs typeface="Times New Roman"/>
              <a:sym typeface="Times New Roman"/>
            </a:endParaRPr>
          </a:p>
          <a:p>
            <a:pPr marL="457200" lvl="0" indent="-349250" algn="l" rtl="0">
              <a:lnSpc>
                <a:spcPct val="100000"/>
              </a:lnSpc>
              <a:spcBef>
                <a:spcPts val="0"/>
              </a:spcBef>
              <a:spcAft>
                <a:spcPts val="0"/>
              </a:spcAft>
              <a:buClr>
                <a:schemeClr val="dk1"/>
              </a:buClr>
              <a:buSzPts val="1900"/>
              <a:buFont typeface="Times New Roman"/>
              <a:buChar char="●"/>
            </a:pPr>
            <a:r>
              <a:rPr lang="en-US" sz="1900" dirty="0">
                <a:solidFill>
                  <a:schemeClr val="dk1"/>
                </a:solidFill>
                <a:latin typeface="Times New Roman"/>
                <a:ea typeface="Times New Roman"/>
                <a:cs typeface="Times New Roman"/>
                <a:sym typeface="Times New Roman"/>
              </a:rPr>
              <a:t>These platforms aim to improve accessibility, convenience, and efficiency in healthcare</a:t>
            </a:r>
            <a:br>
              <a:rPr lang="en-US" sz="1900" dirty="0">
                <a:solidFill>
                  <a:schemeClr val="dk1"/>
                </a:solidFill>
                <a:latin typeface="Times New Roman"/>
                <a:ea typeface="Times New Roman"/>
                <a:cs typeface="Times New Roman"/>
                <a:sym typeface="Times New Roman"/>
              </a:rPr>
            </a:br>
            <a:endParaRPr sz="1900" dirty="0">
              <a:solidFill>
                <a:schemeClr val="dk1"/>
              </a:solidFill>
              <a:latin typeface="Times New Roman"/>
              <a:ea typeface="Times New Roman"/>
              <a:cs typeface="Times New Roman"/>
              <a:sym typeface="Times New Roman"/>
            </a:endParaRPr>
          </a:p>
          <a:p>
            <a:pPr marL="457200" lvl="0" indent="-349250" algn="l" rtl="0">
              <a:lnSpc>
                <a:spcPct val="100000"/>
              </a:lnSpc>
              <a:spcBef>
                <a:spcPts val="0"/>
              </a:spcBef>
              <a:spcAft>
                <a:spcPts val="0"/>
              </a:spcAft>
              <a:buClr>
                <a:schemeClr val="dk1"/>
              </a:buClr>
              <a:buSzPts val="1900"/>
              <a:buFont typeface="Times New Roman"/>
              <a:buChar char="●"/>
            </a:pPr>
            <a:r>
              <a:rPr lang="en-US" sz="1900" dirty="0">
                <a:solidFill>
                  <a:schemeClr val="dk1"/>
                </a:solidFill>
                <a:latin typeface="Times New Roman"/>
                <a:ea typeface="Times New Roman"/>
                <a:cs typeface="Times New Roman"/>
                <a:sym typeface="Times New Roman"/>
              </a:rPr>
              <a:t>However, they still face certain limitations in usability and accessibility</a:t>
            </a:r>
            <a:endParaRPr sz="1900" dirty="0">
              <a:solidFill>
                <a:schemeClr val="dk1"/>
              </a:solidFill>
              <a:latin typeface="Times New Roman"/>
              <a:ea typeface="Times New Roman"/>
              <a:cs typeface="Times New Roman"/>
              <a:sym typeface="Times New Roman"/>
            </a:endParaRPr>
          </a:p>
          <a:p>
            <a:pPr marL="342900" marR="0" lvl="0" indent="-342900" algn="l" rtl="0">
              <a:lnSpc>
                <a:spcPct val="100000"/>
              </a:lnSpc>
              <a:spcBef>
                <a:spcPts val="1200"/>
              </a:spcBef>
              <a:spcAft>
                <a:spcPts val="0"/>
              </a:spcAft>
              <a:buClr>
                <a:srgbClr val="FF0000"/>
              </a:buClr>
              <a:buSzPts val="3600"/>
              <a:buFont typeface="Times New Roman"/>
              <a:buNone/>
            </a:pPr>
            <a:endParaRPr sz="1900" b="1" dirty="0">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72A779D-5AAF-BA86-6B0C-94853D8BC801}"/>
              </a:ext>
            </a:extLst>
          </p:cNvPr>
          <p:cNvPicPr>
            <a:picLocks noChangeAspect="1"/>
          </p:cNvPicPr>
          <p:nvPr/>
        </p:nvPicPr>
        <p:blipFill>
          <a:blip r:embed="rId2"/>
          <a:stretch>
            <a:fillRect/>
          </a:stretch>
        </p:blipFill>
        <p:spPr>
          <a:xfrm>
            <a:off x="875094" y="1172583"/>
            <a:ext cx="8330436" cy="5572462"/>
          </a:xfrm>
          <a:prstGeom prst="rect">
            <a:avLst/>
          </a:prstGeom>
        </p:spPr>
      </p:pic>
    </p:spTree>
    <p:extLst>
      <p:ext uri="{BB962C8B-B14F-4D97-AF65-F5344CB8AC3E}">
        <p14:creationId xmlns:p14="http://schemas.microsoft.com/office/powerpoint/2010/main" val="30642699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02"/>
        <p:cNvGrpSpPr/>
        <p:nvPr/>
      </p:nvGrpSpPr>
      <p:grpSpPr>
        <a:xfrm>
          <a:off x="0" y="0"/>
          <a:ext cx="0" cy="0"/>
          <a:chOff x="0" y="0"/>
          <a:chExt cx="0" cy="0"/>
        </a:xfrm>
      </p:grpSpPr>
      <p:sp>
        <p:nvSpPr>
          <p:cNvPr id="203" name="Google Shape;203;p26"/>
          <p:cNvSpPr txBox="1"/>
          <p:nvPr/>
        </p:nvSpPr>
        <p:spPr>
          <a:xfrm>
            <a:off x="360351" y="301625"/>
            <a:ext cx="9213862" cy="1262062"/>
          </a:xfrm>
          <a:prstGeom prst="rect">
            <a:avLst/>
          </a:prstGeom>
          <a:noFill/>
          <a:ln>
            <a:noFill/>
          </a:ln>
        </p:spPr>
        <p:txBody>
          <a:bodyPr spcFirstLastPara="1" wrap="square" lIns="0" tIns="31675" rIns="0" bIns="0" anchor="ctr" anchorCtr="0">
            <a:noAutofit/>
          </a:bodyPr>
          <a:lstStyle/>
          <a:p>
            <a:pPr marL="0" marR="0" lvl="0" indent="0" algn="l" rtl="0">
              <a:lnSpc>
                <a:spcPct val="93000"/>
              </a:lnSpc>
              <a:spcBef>
                <a:spcPts val="0"/>
              </a:spcBef>
              <a:spcAft>
                <a:spcPts val="0"/>
              </a:spcAft>
              <a:buClr>
                <a:srgbClr val="000000"/>
              </a:buClr>
              <a:buSzPts val="3600"/>
              <a:buFont typeface="Times New Roman"/>
              <a:buNone/>
            </a:pPr>
            <a:r>
              <a:rPr lang="en-US" sz="3600" b="1" i="0" u="none" dirty="0">
                <a:solidFill>
                  <a:srgbClr val="000000"/>
                </a:solidFill>
                <a:latin typeface="Times New Roman"/>
                <a:ea typeface="Times New Roman"/>
                <a:cs typeface="Times New Roman"/>
                <a:sym typeface="Times New Roman"/>
              </a:rPr>
              <a:t> Limitations of existing Systems </a:t>
            </a:r>
            <a:endParaRPr dirty="0"/>
          </a:p>
        </p:txBody>
      </p:sp>
      <p:sp>
        <p:nvSpPr>
          <p:cNvPr id="204" name="Google Shape;204;p26"/>
          <p:cNvSpPr txBox="1"/>
          <p:nvPr/>
        </p:nvSpPr>
        <p:spPr>
          <a:xfrm>
            <a:off x="503237" y="1768475"/>
            <a:ext cx="9070975" cy="4989512"/>
          </a:xfrm>
          <a:prstGeom prst="rect">
            <a:avLst/>
          </a:prstGeom>
          <a:noFill/>
          <a:ln>
            <a:noFill/>
          </a:ln>
        </p:spPr>
        <p:txBody>
          <a:bodyPr spcFirstLastPara="1" wrap="square" lIns="0" tIns="21225" rIns="0" bIns="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Trebuchet MS"/>
              <a:ea typeface="Trebuchet MS"/>
              <a:cs typeface="Trebuchet MS"/>
              <a:sym typeface="Trebuchet MS"/>
            </a:endParaRPr>
          </a:p>
        </p:txBody>
      </p:sp>
      <p:sp>
        <p:nvSpPr>
          <p:cNvPr id="205" name="Google Shape;205;p26"/>
          <p:cNvSpPr txBox="1"/>
          <p:nvPr/>
        </p:nvSpPr>
        <p:spPr>
          <a:xfrm>
            <a:off x="360350" y="1206325"/>
            <a:ext cx="8345400" cy="5816937"/>
          </a:xfrm>
          <a:prstGeom prst="rect">
            <a:avLst/>
          </a:prstGeom>
          <a:noFill/>
          <a:ln>
            <a:noFill/>
          </a:ln>
        </p:spPr>
        <p:txBody>
          <a:bodyPr spcFirstLastPara="1" wrap="square" lIns="91425" tIns="45700" rIns="91425" bIns="45700" anchor="t" anchorCtr="0">
            <a:spAutoFit/>
          </a:bodyPr>
          <a:lstStyle/>
          <a:p>
            <a:pPr marL="0" lvl="0" indent="0" algn="l" rtl="0">
              <a:lnSpc>
                <a:spcPct val="100000"/>
              </a:lnSpc>
              <a:spcBef>
                <a:spcPts val="1200"/>
              </a:spcBef>
              <a:spcAft>
                <a:spcPts val="0"/>
              </a:spcAft>
              <a:buNone/>
            </a:pPr>
            <a:endParaRPr sz="1900" b="1" dirty="0">
              <a:solidFill>
                <a:schemeClr val="dk1"/>
              </a:solidFill>
              <a:latin typeface="Times New Roman"/>
              <a:ea typeface="Times New Roman"/>
              <a:cs typeface="Times New Roman"/>
              <a:sym typeface="Times New Roman"/>
            </a:endParaRPr>
          </a:p>
          <a:p>
            <a:pPr marL="107950" lvl="0" algn="l" rtl="0">
              <a:lnSpc>
                <a:spcPct val="100000"/>
              </a:lnSpc>
              <a:spcBef>
                <a:spcPts val="1200"/>
              </a:spcBef>
              <a:spcAft>
                <a:spcPts val="0"/>
              </a:spcAft>
              <a:buClr>
                <a:schemeClr val="dk1"/>
              </a:buClr>
              <a:buSzPts val="1900"/>
            </a:pPr>
            <a:r>
              <a:rPr lang="en-US" sz="1900" dirty="0">
                <a:solidFill>
                  <a:schemeClr val="dk1"/>
                </a:solidFill>
                <a:latin typeface="Times New Roman"/>
                <a:ea typeface="Times New Roman"/>
                <a:cs typeface="Times New Roman"/>
                <a:sym typeface="Times New Roman"/>
              </a:rPr>
              <a:t>List of limitations identified through the literature survey, which will be addressed by the proposed system (</a:t>
            </a:r>
            <a:r>
              <a:rPr lang="en-US" sz="1900" dirty="0" err="1">
                <a:solidFill>
                  <a:schemeClr val="dk1"/>
                </a:solidFill>
                <a:latin typeface="Times New Roman"/>
                <a:ea typeface="Times New Roman"/>
                <a:cs typeface="Times New Roman"/>
                <a:sym typeface="Times New Roman"/>
              </a:rPr>
              <a:t>MediNear</a:t>
            </a:r>
            <a:r>
              <a:rPr lang="en-US" sz="1900" dirty="0">
                <a:solidFill>
                  <a:schemeClr val="dk1"/>
                </a:solidFill>
                <a:latin typeface="Times New Roman"/>
                <a:ea typeface="Times New Roman"/>
                <a:cs typeface="Times New Roman"/>
                <a:sym typeface="Times New Roman"/>
              </a:rPr>
              <a:t>)</a:t>
            </a:r>
            <a:br>
              <a:rPr lang="en-US" sz="1900" dirty="0">
                <a:solidFill>
                  <a:schemeClr val="dk1"/>
                </a:solidFill>
                <a:latin typeface="Times New Roman"/>
                <a:ea typeface="Times New Roman"/>
                <a:cs typeface="Times New Roman"/>
                <a:sym typeface="Times New Roman"/>
              </a:rPr>
            </a:br>
            <a:endParaRPr sz="1900" b="1" dirty="0">
              <a:solidFill>
                <a:schemeClr val="dk1"/>
              </a:solidFill>
              <a:latin typeface="Times New Roman"/>
              <a:ea typeface="Times New Roman"/>
              <a:cs typeface="Times New Roman"/>
              <a:sym typeface="Times New Roman"/>
            </a:endParaRPr>
          </a:p>
          <a:p>
            <a:pPr marL="457200" lvl="0" indent="-349250" algn="l" rtl="0">
              <a:lnSpc>
                <a:spcPct val="100000"/>
              </a:lnSpc>
              <a:spcBef>
                <a:spcPts val="0"/>
              </a:spcBef>
              <a:spcAft>
                <a:spcPts val="0"/>
              </a:spcAft>
              <a:buClr>
                <a:schemeClr val="dk1"/>
              </a:buClr>
              <a:buSzPts val="1900"/>
              <a:buChar char="●"/>
            </a:pPr>
            <a:r>
              <a:rPr lang="en-US" sz="1900" dirty="0">
                <a:solidFill>
                  <a:schemeClr val="dk1"/>
                </a:solidFill>
                <a:latin typeface="Times New Roman"/>
                <a:ea typeface="Times New Roman"/>
                <a:cs typeface="Times New Roman"/>
                <a:sym typeface="Times New Roman"/>
              </a:rPr>
              <a:t>Lack of </a:t>
            </a:r>
            <a:r>
              <a:rPr lang="en-US" sz="1900" b="1" dirty="0">
                <a:solidFill>
                  <a:schemeClr val="dk1"/>
                </a:solidFill>
                <a:latin typeface="Times New Roman"/>
                <a:ea typeface="Times New Roman"/>
                <a:cs typeface="Times New Roman"/>
                <a:sym typeface="Times New Roman"/>
              </a:rPr>
              <a:t>personalized doctor recommendations</a:t>
            </a:r>
            <a:r>
              <a:rPr lang="en-US" sz="1900" dirty="0">
                <a:solidFill>
                  <a:schemeClr val="dk1"/>
                </a:solidFill>
                <a:latin typeface="Times New Roman"/>
                <a:ea typeface="Times New Roman"/>
                <a:cs typeface="Times New Roman"/>
                <a:sym typeface="Times New Roman"/>
              </a:rPr>
              <a:t> based on user preferences</a:t>
            </a:r>
            <a:br>
              <a:rPr lang="en-US" sz="1900" dirty="0">
                <a:solidFill>
                  <a:schemeClr val="dk1"/>
                </a:solidFill>
                <a:latin typeface="Times New Roman"/>
                <a:ea typeface="Times New Roman"/>
                <a:cs typeface="Times New Roman"/>
                <a:sym typeface="Times New Roman"/>
              </a:rPr>
            </a:br>
            <a:endParaRPr sz="1900" dirty="0">
              <a:solidFill>
                <a:schemeClr val="dk1"/>
              </a:solidFill>
              <a:latin typeface="Times New Roman"/>
              <a:ea typeface="Times New Roman"/>
              <a:cs typeface="Times New Roman"/>
              <a:sym typeface="Times New Roman"/>
            </a:endParaRPr>
          </a:p>
          <a:p>
            <a:pPr marL="457200" lvl="0" indent="-349250" algn="l" rtl="0">
              <a:lnSpc>
                <a:spcPct val="100000"/>
              </a:lnSpc>
              <a:spcBef>
                <a:spcPts val="0"/>
              </a:spcBef>
              <a:spcAft>
                <a:spcPts val="0"/>
              </a:spcAft>
              <a:buClr>
                <a:schemeClr val="dk1"/>
              </a:buClr>
              <a:buSzPts val="1900"/>
              <a:buChar char="●"/>
            </a:pPr>
            <a:r>
              <a:rPr lang="en-US" sz="1900" dirty="0">
                <a:solidFill>
                  <a:schemeClr val="dk1"/>
                </a:solidFill>
                <a:latin typeface="Times New Roman"/>
                <a:ea typeface="Times New Roman"/>
                <a:cs typeface="Times New Roman"/>
                <a:sym typeface="Times New Roman"/>
              </a:rPr>
              <a:t>Limited accessibility in </a:t>
            </a:r>
            <a:r>
              <a:rPr lang="en-US" sz="1900" b="1" dirty="0">
                <a:solidFill>
                  <a:schemeClr val="dk1"/>
                </a:solidFill>
                <a:latin typeface="Times New Roman"/>
                <a:ea typeface="Times New Roman"/>
                <a:cs typeface="Times New Roman"/>
                <a:sym typeface="Times New Roman"/>
              </a:rPr>
              <a:t>rural and low-network areas</a:t>
            </a:r>
            <a:br>
              <a:rPr lang="en-US" sz="1900" b="1" dirty="0">
                <a:solidFill>
                  <a:schemeClr val="dk1"/>
                </a:solidFill>
                <a:latin typeface="Times New Roman"/>
                <a:ea typeface="Times New Roman"/>
                <a:cs typeface="Times New Roman"/>
                <a:sym typeface="Times New Roman"/>
              </a:rPr>
            </a:br>
            <a:endParaRPr sz="1900" b="1" dirty="0">
              <a:solidFill>
                <a:schemeClr val="dk1"/>
              </a:solidFill>
              <a:latin typeface="Times New Roman"/>
              <a:ea typeface="Times New Roman"/>
              <a:cs typeface="Times New Roman"/>
              <a:sym typeface="Times New Roman"/>
            </a:endParaRPr>
          </a:p>
          <a:p>
            <a:pPr marL="457200" lvl="0" indent="-349250" algn="l" rtl="0">
              <a:lnSpc>
                <a:spcPct val="100000"/>
              </a:lnSpc>
              <a:spcBef>
                <a:spcPts val="0"/>
              </a:spcBef>
              <a:spcAft>
                <a:spcPts val="0"/>
              </a:spcAft>
              <a:buClr>
                <a:schemeClr val="dk1"/>
              </a:buClr>
              <a:buSzPts val="1900"/>
              <a:buChar char="●"/>
            </a:pPr>
            <a:r>
              <a:rPr lang="en-US" sz="1900" dirty="0">
                <a:solidFill>
                  <a:schemeClr val="dk1"/>
                </a:solidFill>
                <a:latin typeface="Times New Roman"/>
                <a:ea typeface="Times New Roman"/>
                <a:cs typeface="Times New Roman"/>
                <a:sym typeface="Times New Roman"/>
              </a:rPr>
              <a:t>Complex and less intuitive </a:t>
            </a:r>
            <a:r>
              <a:rPr lang="en-US" sz="1900" b="1" dirty="0">
                <a:solidFill>
                  <a:schemeClr val="dk1"/>
                </a:solidFill>
                <a:latin typeface="Times New Roman"/>
                <a:ea typeface="Times New Roman"/>
                <a:cs typeface="Times New Roman"/>
                <a:sym typeface="Times New Roman"/>
              </a:rPr>
              <a:t>user interface</a:t>
            </a:r>
            <a:r>
              <a:rPr lang="en-US" sz="1900" dirty="0">
                <a:solidFill>
                  <a:schemeClr val="dk1"/>
                </a:solidFill>
                <a:latin typeface="Times New Roman"/>
                <a:ea typeface="Times New Roman"/>
                <a:cs typeface="Times New Roman"/>
                <a:sym typeface="Times New Roman"/>
              </a:rPr>
              <a:t> in some applications</a:t>
            </a:r>
            <a:br>
              <a:rPr lang="en-US" sz="1900" dirty="0">
                <a:solidFill>
                  <a:schemeClr val="dk1"/>
                </a:solidFill>
                <a:latin typeface="Times New Roman"/>
                <a:ea typeface="Times New Roman"/>
                <a:cs typeface="Times New Roman"/>
                <a:sym typeface="Times New Roman"/>
              </a:rPr>
            </a:br>
            <a:endParaRPr sz="1900" dirty="0">
              <a:solidFill>
                <a:schemeClr val="dk1"/>
              </a:solidFill>
              <a:latin typeface="Times New Roman"/>
              <a:ea typeface="Times New Roman"/>
              <a:cs typeface="Times New Roman"/>
              <a:sym typeface="Times New Roman"/>
            </a:endParaRPr>
          </a:p>
          <a:p>
            <a:pPr marL="457200" lvl="0" indent="-349250">
              <a:buClr>
                <a:schemeClr val="dk1"/>
              </a:buClr>
              <a:buSzPts val="1900"/>
              <a:buChar char="●"/>
            </a:pPr>
            <a:r>
              <a:rPr lang="en-US" sz="2000" dirty="0">
                <a:solidFill>
                  <a:schemeClr val="dk1"/>
                </a:solidFill>
                <a:latin typeface="Times New Roman"/>
                <a:ea typeface="Times New Roman"/>
                <a:cs typeface="Times New Roman"/>
                <a:sym typeface="Times New Roman"/>
              </a:rPr>
              <a:t>Long </a:t>
            </a:r>
            <a:r>
              <a:rPr lang="en-US" sz="2000" b="1" dirty="0">
                <a:solidFill>
                  <a:schemeClr val="dk1"/>
                </a:solidFill>
                <a:latin typeface="Times New Roman"/>
                <a:ea typeface="Times New Roman"/>
                <a:cs typeface="Times New Roman"/>
                <a:sym typeface="Times New Roman"/>
              </a:rPr>
              <a:t>waiting </a:t>
            </a:r>
            <a:r>
              <a:rPr lang="en-US" sz="2000" dirty="0">
                <a:solidFill>
                  <a:schemeClr val="dk1"/>
                </a:solidFill>
                <a:latin typeface="Times New Roman"/>
                <a:ea typeface="Times New Roman"/>
                <a:cs typeface="Times New Roman"/>
                <a:sym typeface="Times New Roman"/>
              </a:rPr>
              <a:t>queues and delays in appointment scheduling</a:t>
            </a:r>
            <a:br>
              <a:rPr lang="en-US" sz="1900" b="1" dirty="0">
                <a:solidFill>
                  <a:schemeClr val="dk1"/>
                </a:solidFill>
                <a:latin typeface="Times New Roman"/>
                <a:ea typeface="Times New Roman"/>
                <a:cs typeface="Times New Roman"/>
                <a:sym typeface="Times New Roman"/>
              </a:rPr>
            </a:br>
            <a:endParaRPr sz="1900" b="1" dirty="0">
              <a:solidFill>
                <a:schemeClr val="dk1"/>
              </a:solidFill>
              <a:latin typeface="Times New Roman"/>
              <a:ea typeface="Times New Roman"/>
              <a:cs typeface="Times New Roman"/>
              <a:sym typeface="Times New Roman"/>
            </a:endParaRPr>
          </a:p>
          <a:p>
            <a:pPr marL="457200" lvl="0" indent="-349250" algn="l" rtl="0">
              <a:lnSpc>
                <a:spcPct val="100000"/>
              </a:lnSpc>
              <a:spcBef>
                <a:spcPts val="0"/>
              </a:spcBef>
              <a:spcAft>
                <a:spcPts val="0"/>
              </a:spcAft>
              <a:buClr>
                <a:schemeClr val="dk1"/>
              </a:buClr>
              <a:buSzPts val="1900"/>
              <a:buChar char="●"/>
            </a:pPr>
            <a:r>
              <a:rPr lang="en-US" sz="1900" dirty="0">
                <a:solidFill>
                  <a:schemeClr val="dk1"/>
                </a:solidFill>
                <a:latin typeface="Times New Roman"/>
                <a:ea typeface="Times New Roman"/>
                <a:cs typeface="Times New Roman"/>
                <a:sym typeface="Times New Roman"/>
              </a:rPr>
              <a:t>Inefficient handling of </a:t>
            </a:r>
            <a:r>
              <a:rPr lang="en-US" sz="1900" b="1" dirty="0">
                <a:solidFill>
                  <a:schemeClr val="dk1"/>
                </a:solidFill>
                <a:latin typeface="Times New Roman"/>
                <a:ea typeface="Times New Roman"/>
                <a:cs typeface="Times New Roman"/>
                <a:sym typeface="Times New Roman"/>
              </a:rPr>
              <a:t>real-time doctor availability</a:t>
            </a:r>
            <a:br>
              <a:rPr lang="en-US" sz="1900" b="1" dirty="0">
                <a:solidFill>
                  <a:schemeClr val="dk1"/>
                </a:solidFill>
                <a:latin typeface="Times New Roman"/>
                <a:ea typeface="Times New Roman"/>
                <a:cs typeface="Times New Roman"/>
                <a:sym typeface="Times New Roman"/>
              </a:rPr>
            </a:br>
            <a:endParaRPr sz="1900" b="1" dirty="0">
              <a:solidFill>
                <a:schemeClr val="dk1"/>
              </a:solidFill>
              <a:latin typeface="Times New Roman"/>
              <a:ea typeface="Times New Roman"/>
              <a:cs typeface="Times New Roman"/>
              <a:sym typeface="Times New Roman"/>
            </a:endParaRPr>
          </a:p>
          <a:p>
            <a:pPr marL="457200" lvl="0" indent="-349250" algn="l" rtl="0">
              <a:lnSpc>
                <a:spcPct val="100000"/>
              </a:lnSpc>
              <a:spcBef>
                <a:spcPts val="0"/>
              </a:spcBef>
              <a:spcAft>
                <a:spcPts val="0"/>
              </a:spcAft>
              <a:buClr>
                <a:schemeClr val="dk1"/>
              </a:buClr>
              <a:buSzPts val="1900"/>
              <a:buFont typeface="Times New Roman"/>
              <a:buChar char="●"/>
            </a:pPr>
            <a:r>
              <a:rPr lang="en-US" sz="1900" dirty="0">
                <a:solidFill>
                  <a:schemeClr val="dk1"/>
                </a:solidFill>
                <a:latin typeface="Times New Roman"/>
                <a:ea typeface="Times New Roman"/>
                <a:cs typeface="Times New Roman"/>
                <a:sym typeface="Times New Roman"/>
              </a:rPr>
              <a:t>Data privacy and security concerns in managing medical records</a:t>
            </a:r>
            <a:br>
              <a:rPr lang="en-US" sz="1900" dirty="0">
                <a:solidFill>
                  <a:schemeClr val="dk1"/>
                </a:solidFill>
                <a:latin typeface="Times New Roman"/>
                <a:ea typeface="Times New Roman"/>
                <a:cs typeface="Times New Roman"/>
                <a:sym typeface="Times New Roman"/>
              </a:rPr>
            </a:br>
            <a:endParaRPr sz="1900" dirty="0">
              <a:solidFill>
                <a:schemeClr val="dk1"/>
              </a:solidFill>
              <a:latin typeface="Times New Roman"/>
              <a:ea typeface="Times New Roman"/>
              <a:cs typeface="Times New Roman"/>
              <a:sym typeface="Times New Roman"/>
            </a:endParaRPr>
          </a:p>
          <a:p>
            <a:pPr marL="457200" lvl="0" indent="-349250" algn="l" rtl="0">
              <a:lnSpc>
                <a:spcPct val="100000"/>
              </a:lnSpc>
              <a:spcBef>
                <a:spcPts val="0"/>
              </a:spcBef>
              <a:spcAft>
                <a:spcPts val="0"/>
              </a:spcAft>
              <a:buClr>
                <a:schemeClr val="dk1"/>
              </a:buClr>
              <a:buSzPts val="1900"/>
              <a:buChar char="●"/>
            </a:pPr>
            <a:r>
              <a:rPr lang="en-US" sz="1900" dirty="0">
                <a:solidFill>
                  <a:schemeClr val="dk1"/>
                </a:solidFill>
                <a:latin typeface="Times New Roman"/>
                <a:ea typeface="Times New Roman"/>
                <a:cs typeface="Times New Roman"/>
                <a:sym typeface="Times New Roman"/>
              </a:rPr>
              <a:t>Limited focus on </a:t>
            </a:r>
            <a:r>
              <a:rPr lang="en-US" sz="1900" b="1" dirty="0">
                <a:solidFill>
                  <a:schemeClr val="dk1"/>
                </a:solidFill>
                <a:latin typeface="Times New Roman"/>
                <a:ea typeface="Times New Roman"/>
                <a:cs typeface="Times New Roman"/>
                <a:sym typeface="Times New Roman"/>
              </a:rPr>
              <a:t>user-friendly and fast appointment booking experience</a:t>
            </a:r>
            <a:endParaRPr sz="1900" b="1" dirty="0">
              <a:solidFill>
                <a:schemeClr val="dk1"/>
              </a:solidFill>
              <a:latin typeface="Times New Roman"/>
              <a:ea typeface="Times New Roman"/>
              <a:cs typeface="Times New Roman"/>
              <a:sym typeface="Times New Roman"/>
            </a:endParaRPr>
          </a:p>
          <a:p>
            <a:pPr marL="457200" marR="0" lvl="0" indent="0" algn="just" rtl="0">
              <a:lnSpc>
                <a:spcPct val="100000"/>
              </a:lnSpc>
              <a:spcBef>
                <a:spcPts val="1200"/>
              </a:spcBef>
              <a:spcAft>
                <a:spcPts val="0"/>
              </a:spcAft>
              <a:buNone/>
            </a:pPr>
            <a:endParaRPr sz="1900" b="1" dirty="0">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66"/>
        <p:cNvGrpSpPr/>
        <p:nvPr/>
      </p:nvGrpSpPr>
      <p:grpSpPr>
        <a:xfrm>
          <a:off x="0" y="0"/>
          <a:ext cx="0" cy="0"/>
          <a:chOff x="0" y="0"/>
          <a:chExt cx="0" cy="0"/>
        </a:xfrm>
      </p:grpSpPr>
      <p:sp>
        <p:nvSpPr>
          <p:cNvPr id="167" name="Google Shape;167;p21"/>
          <p:cNvSpPr txBox="1">
            <a:spLocks noGrp="1"/>
          </p:cNvSpPr>
          <p:nvPr>
            <p:ph type="title"/>
          </p:nvPr>
        </p:nvSpPr>
        <p:spPr>
          <a:xfrm>
            <a:off x="671500" y="671500"/>
            <a:ext cx="8275500" cy="876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sz="3600" b="1" dirty="0">
                <a:latin typeface="Times New Roman"/>
                <a:ea typeface="Times New Roman"/>
                <a:cs typeface="Times New Roman"/>
                <a:sym typeface="Times New Roman"/>
              </a:rPr>
              <a:t> </a:t>
            </a:r>
            <a:endParaRPr sz="3600" b="1" dirty="0">
              <a:solidFill>
                <a:schemeClr val="dk1"/>
              </a:solidFill>
              <a:latin typeface="Times New Roman"/>
              <a:ea typeface="Times New Roman"/>
              <a:cs typeface="Times New Roman"/>
              <a:sym typeface="Times New Roman"/>
            </a:endParaRPr>
          </a:p>
        </p:txBody>
      </p:sp>
      <p:sp>
        <p:nvSpPr>
          <p:cNvPr id="168" name="Google Shape;168;p21"/>
          <p:cNvSpPr txBox="1">
            <a:spLocks noGrp="1"/>
          </p:cNvSpPr>
          <p:nvPr>
            <p:ph type="body" idx="1"/>
          </p:nvPr>
        </p:nvSpPr>
        <p:spPr>
          <a:xfrm>
            <a:off x="671500" y="580913"/>
            <a:ext cx="9039600" cy="6978887"/>
          </a:xfrm>
          <a:prstGeom prst="rect">
            <a:avLst/>
          </a:prstGeom>
        </p:spPr>
        <p:txBody>
          <a:bodyPr spcFirstLastPara="1" wrap="square" lIns="91425" tIns="45700" rIns="91425" bIns="45700" anchor="t" anchorCtr="0">
            <a:noAutofit/>
          </a:bodyPr>
          <a:lstStyle/>
          <a:p>
            <a:pPr marL="0" lvl="0" indent="0" algn="l" rtl="0">
              <a:lnSpc>
                <a:spcPct val="100000"/>
              </a:lnSpc>
              <a:spcBef>
                <a:spcPts val="1200"/>
              </a:spcBef>
              <a:spcAft>
                <a:spcPts val="0"/>
              </a:spcAft>
              <a:buClr>
                <a:schemeClr val="dk1"/>
              </a:buClr>
              <a:buSzPts val="1100"/>
              <a:buFont typeface="Arial"/>
              <a:buNone/>
            </a:pPr>
            <a:r>
              <a:rPr lang="en-US" b="1" dirty="0">
                <a:solidFill>
                  <a:schemeClr val="dk1"/>
                </a:solidFill>
                <a:latin typeface="Times New Roman"/>
                <a:ea typeface="Times New Roman"/>
                <a:cs typeface="Times New Roman"/>
                <a:sym typeface="Times New Roman"/>
              </a:rPr>
              <a:t>Proposed Solution:</a:t>
            </a:r>
            <a:endParaRPr b="1" dirty="0">
              <a:solidFill>
                <a:schemeClr val="dk1"/>
              </a:solidFill>
              <a:latin typeface="Times New Roman"/>
              <a:ea typeface="Times New Roman"/>
              <a:cs typeface="Times New Roman"/>
              <a:sym typeface="Times New Roman"/>
            </a:endParaRPr>
          </a:p>
          <a:p>
            <a:pPr marL="457200" lvl="0" indent="-349250" algn="l" rtl="0">
              <a:lnSpc>
                <a:spcPct val="100000"/>
              </a:lnSpc>
              <a:spcBef>
                <a:spcPts val="1200"/>
              </a:spcBef>
              <a:spcAft>
                <a:spcPts val="0"/>
              </a:spcAft>
              <a:buClr>
                <a:schemeClr val="dk1"/>
              </a:buClr>
              <a:buSzPts val="1900"/>
              <a:buFont typeface="Times New Roman"/>
              <a:buChar char="●"/>
            </a:pPr>
            <a:r>
              <a:rPr lang="en-US" dirty="0">
                <a:solidFill>
                  <a:schemeClr val="dk1"/>
                </a:solidFill>
                <a:latin typeface="Times New Roman"/>
                <a:ea typeface="Times New Roman"/>
                <a:cs typeface="Times New Roman"/>
                <a:sym typeface="Times New Roman"/>
              </a:rPr>
              <a:t>To develop a system that reduces dependency on manual appointment booking</a:t>
            </a:r>
            <a:br>
              <a:rPr lang="en-US" dirty="0">
                <a:solidFill>
                  <a:schemeClr val="dk1"/>
                </a:solidFill>
                <a:latin typeface="Times New Roman"/>
                <a:ea typeface="Times New Roman"/>
                <a:cs typeface="Times New Roman"/>
                <a:sym typeface="Times New Roman"/>
              </a:rPr>
            </a:br>
            <a:endParaRPr dirty="0">
              <a:solidFill>
                <a:schemeClr val="dk1"/>
              </a:solidFill>
              <a:latin typeface="Times New Roman"/>
              <a:ea typeface="Times New Roman"/>
              <a:cs typeface="Times New Roman"/>
              <a:sym typeface="Times New Roman"/>
            </a:endParaRPr>
          </a:p>
          <a:p>
            <a:pPr marL="457200" lvl="0" indent="-349250" algn="l" rtl="0">
              <a:lnSpc>
                <a:spcPct val="100000"/>
              </a:lnSpc>
              <a:spcBef>
                <a:spcPts val="0"/>
              </a:spcBef>
              <a:spcAft>
                <a:spcPts val="0"/>
              </a:spcAft>
              <a:buClr>
                <a:schemeClr val="dk1"/>
              </a:buClr>
              <a:buSzPts val="1900"/>
              <a:buFont typeface="Times New Roman"/>
              <a:buChar char="●"/>
            </a:pPr>
            <a:r>
              <a:rPr lang="en-US" dirty="0">
                <a:solidFill>
                  <a:schemeClr val="dk1"/>
                </a:solidFill>
                <a:latin typeface="Times New Roman"/>
                <a:ea typeface="Times New Roman"/>
                <a:cs typeface="Times New Roman"/>
                <a:sym typeface="Times New Roman"/>
              </a:rPr>
              <a:t>To improve patient convenience and save time</a:t>
            </a:r>
            <a:br>
              <a:rPr lang="en-US" dirty="0">
                <a:solidFill>
                  <a:schemeClr val="dk1"/>
                </a:solidFill>
                <a:latin typeface="Times New Roman"/>
                <a:ea typeface="Times New Roman"/>
                <a:cs typeface="Times New Roman"/>
                <a:sym typeface="Times New Roman"/>
              </a:rPr>
            </a:br>
            <a:endParaRPr dirty="0">
              <a:solidFill>
                <a:schemeClr val="dk1"/>
              </a:solidFill>
              <a:latin typeface="Times New Roman"/>
              <a:ea typeface="Times New Roman"/>
              <a:cs typeface="Times New Roman"/>
              <a:sym typeface="Times New Roman"/>
            </a:endParaRPr>
          </a:p>
          <a:p>
            <a:pPr marL="457200" lvl="0" indent="-349250" algn="l" rtl="0">
              <a:lnSpc>
                <a:spcPct val="100000"/>
              </a:lnSpc>
              <a:spcBef>
                <a:spcPts val="0"/>
              </a:spcBef>
              <a:spcAft>
                <a:spcPts val="0"/>
              </a:spcAft>
              <a:buClr>
                <a:schemeClr val="dk1"/>
              </a:buClr>
              <a:buSzPts val="1900"/>
              <a:buFont typeface="Times New Roman"/>
              <a:buChar char="●"/>
            </a:pPr>
            <a:r>
              <a:rPr lang="en-US" dirty="0">
                <a:solidFill>
                  <a:schemeClr val="dk1"/>
                </a:solidFill>
                <a:latin typeface="Times New Roman"/>
                <a:ea typeface="Times New Roman"/>
                <a:cs typeface="Times New Roman"/>
                <a:sym typeface="Times New Roman"/>
              </a:rPr>
              <a:t>To provide a centralized digital healthcare platform</a:t>
            </a:r>
            <a:endParaRPr dirty="0">
              <a:solidFill>
                <a:schemeClr val="dk1"/>
              </a:solidFill>
              <a:latin typeface="Times New Roman"/>
              <a:ea typeface="Times New Roman"/>
              <a:cs typeface="Times New Roman"/>
              <a:sym typeface="Times New Roman"/>
            </a:endParaRPr>
          </a:p>
          <a:p>
            <a:pPr marL="0" lvl="0" indent="0" algn="l" rtl="0">
              <a:lnSpc>
                <a:spcPct val="100000"/>
              </a:lnSpc>
              <a:spcBef>
                <a:spcPts val="1200"/>
              </a:spcBef>
              <a:spcAft>
                <a:spcPts val="0"/>
              </a:spcAft>
              <a:buNone/>
            </a:pPr>
            <a:endParaRPr b="1" dirty="0">
              <a:solidFill>
                <a:schemeClr val="dk1"/>
              </a:solidFill>
              <a:latin typeface="Times New Roman"/>
              <a:ea typeface="Times New Roman"/>
              <a:cs typeface="Times New Roman"/>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09"/>
        <p:cNvGrpSpPr/>
        <p:nvPr/>
      </p:nvGrpSpPr>
      <p:grpSpPr>
        <a:xfrm>
          <a:off x="0" y="0"/>
          <a:ext cx="0" cy="0"/>
          <a:chOff x="0" y="0"/>
          <a:chExt cx="0" cy="0"/>
        </a:xfrm>
      </p:grpSpPr>
      <p:sp>
        <p:nvSpPr>
          <p:cNvPr id="210" name="Google Shape;210;p27"/>
          <p:cNvSpPr txBox="1">
            <a:spLocks noGrp="1"/>
          </p:cNvSpPr>
          <p:nvPr>
            <p:ph type="title"/>
          </p:nvPr>
        </p:nvSpPr>
        <p:spPr>
          <a:xfrm>
            <a:off x="215900" y="321700"/>
            <a:ext cx="8392528" cy="703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rgbClr val="000000"/>
              </a:buClr>
              <a:buSzPts val="3600"/>
              <a:buFont typeface="Times New Roman"/>
              <a:buNone/>
            </a:pPr>
            <a:r>
              <a:rPr lang="en-US" sz="3600" b="1" i="0" u="none">
                <a:solidFill>
                  <a:srgbClr val="000000"/>
                </a:solidFill>
                <a:latin typeface="Times New Roman"/>
                <a:ea typeface="Times New Roman"/>
                <a:cs typeface="Times New Roman"/>
                <a:sym typeface="Times New Roman"/>
              </a:rPr>
              <a:t> Problem statement and Objectives</a:t>
            </a:r>
            <a:endParaRPr/>
          </a:p>
        </p:txBody>
      </p:sp>
      <p:sp>
        <p:nvSpPr>
          <p:cNvPr id="211" name="Google Shape;211;p27"/>
          <p:cNvSpPr txBox="1">
            <a:spLocks noGrp="1"/>
          </p:cNvSpPr>
          <p:nvPr>
            <p:ph type="body" idx="1"/>
          </p:nvPr>
        </p:nvSpPr>
        <p:spPr>
          <a:xfrm>
            <a:off x="215900" y="1323190"/>
            <a:ext cx="9716100" cy="6538109"/>
          </a:xfrm>
          <a:prstGeom prst="rect">
            <a:avLst/>
          </a:prstGeom>
          <a:noFill/>
          <a:ln>
            <a:noFill/>
          </a:ln>
        </p:spPr>
        <p:txBody>
          <a:bodyPr spcFirstLastPara="1" wrap="square" lIns="91425" tIns="45700" rIns="91425" bIns="45700" anchor="t" anchorCtr="0">
            <a:noAutofit/>
          </a:bodyPr>
          <a:lstStyle/>
          <a:p>
            <a:pPr marL="377825" lvl="0" indent="-407035" algn="l" rtl="0">
              <a:lnSpc>
                <a:spcPct val="100000"/>
              </a:lnSpc>
              <a:spcBef>
                <a:spcPts val="0"/>
              </a:spcBef>
              <a:spcAft>
                <a:spcPts val="0"/>
              </a:spcAft>
              <a:buClr>
                <a:schemeClr val="dk1"/>
              </a:buClr>
              <a:buSzPts val="1900"/>
              <a:buFont typeface="Times New Roman"/>
              <a:buChar char="•"/>
            </a:pPr>
            <a:r>
              <a:rPr lang="en-US" dirty="0">
                <a:solidFill>
                  <a:schemeClr val="dk1"/>
                </a:solidFill>
                <a:latin typeface="Times New Roman"/>
                <a:ea typeface="Times New Roman"/>
                <a:cs typeface="Times New Roman"/>
                <a:sym typeface="Times New Roman"/>
              </a:rPr>
              <a:t>In the current healthcare system, patients face difficulty in finding suitable doctors and booking appointments efficiently</a:t>
            </a:r>
            <a:br>
              <a:rPr lang="en-US" dirty="0">
                <a:solidFill>
                  <a:schemeClr val="dk1"/>
                </a:solidFill>
                <a:latin typeface="Times New Roman"/>
                <a:ea typeface="Times New Roman"/>
                <a:cs typeface="Times New Roman"/>
                <a:sym typeface="Times New Roman"/>
              </a:rPr>
            </a:br>
            <a:endParaRPr dirty="0">
              <a:solidFill>
                <a:schemeClr val="dk1"/>
              </a:solidFill>
              <a:latin typeface="Times New Roman"/>
              <a:ea typeface="Times New Roman"/>
              <a:cs typeface="Times New Roman"/>
              <a:sym typeface="Times New Roman"/>
            </a:endParaRPr>
          </a:p>
          <a:p>
            <a:pPr marL="377825" lvl="0" indent="-407035" algn="l" rtl="0">
              <a:lnSpc>
                <a:spcPct val="100000"/>
              </a:lnSpc>
              <a:spcBef>
                <a:spcPts val="0"/>
              </a:spcBef>
              <a:spcAft>
                <a:spcPts val="0"/>
              </a:spcAft>
              <a:buClr>
                <a:schemeClr val="dk1"/>
              </a:buClr>
              <a:buSzPts val="1900"/>
              <a:buFont typeface="Arial"/>
              <a:buChar char="•"/>
            </a:pPr>
            <a:r>
              <a:rPr lang="en-US" dirty="0">
                <a:solidFill>
                  <a:schemeClr val="dk1"/>
                </a:solidFill>
                <a:latin typeface="Times New Roman"/>
                <a:ea typeface="Times New Roman"/>
                <a:cs typeface="Times New Roman"/>
                <a:sym typeface="Times New Roman"/>
              </a:rPr>
              <a:t>Existing platforms have limitations such as </a:t>
            </a:r>
            <a:r>
              <a:rPr lang="en-US" b="1" dirty="0">
                <a:solidFill>
                  <a:schemeClr val="dk1"/>
                </a:solidFill>
                <a:latin typeface="Times New Roman"/>
                <a:ea typeface="Times New Roman"/>
                <a:cs typeface="Times New Roman"/>
                <a:sym typeface="Times New Roman"/>
              </a:rPr>
              <a:t>complex interfaces, lack of personalization, and limited accessibility</a:t>
            </a:r>
            <a:br>
              <a:rPr lang="en-US" b="1" dirty="0">
                <a:solidFill>
                  <a:schemeClr val="dk1"/>
                </a:solidFill>
                <a:latin typeface="Times New Roman"/>
                <a:ea typeface="Times New Roman"/>
                <a:cs typeface="Times New Roman"/>
                <a:sym typeface="Times New Roman"/>
              </a:rPr>
            </a:br>
            <a:endParaRPr b="1" dirty="0">
              <a:solidFill>
                <a:schemeClr val="dk1"/>
              </a:solidFill>
              <a:latin typeface="Times New Roman"/>
              <a:ea typeface="Times New Roman"/>
              <a:cs typeface="Times New Roman"/>
              <a:sym typeface="Times New Roman"/>
            </a:endParaRPr>
          </a:p>
          <a:p>
            <a:pPr marL="377825" lvl="0" indent="-407035" algn="l" rtl="0">
              <a:lnSpc>
                <a:spcPct val="100000"/>
              </a:lnSpc>
              <a:spcBef>
                <a:spcPts val="0"/>
              </a:spcBef>
              <a:spcAft>
                <a:spcPts val="0"/>
              </a:spcAft>
              <a:buClr>
                <a:schemeClr val="dk1"/>
              </a:buClr>
              <a:buSzPts val="1900"/>
              <a:buFont typeface="Arial"/>
              <a:buChar char="•"/>
            </a:pPr>
            <a:r>
              <a:rPr lang="en-US" dirty="0">
                <a:solidFill>
                  <a:schemeClr val="dk1"/>
                </a:solidFill>
                <a:latin typeface="Times New Roman"/>
                <a:ea typeface="Times New Roman"/>
                <a:cs typeface="Times New Roman"/>
                <a:sym typeface="Times New Roman"/>
              </a:rPr>
              <a:t>There is no simple and efficient system that provides </a:t>
            </a:r>
            <a:r>
              <a:rPr lang="en-US" b="1" dirty="0">
                <a:solidFill>
                  <a:schemeClr val="dk1"/>
                </a:solidFill>
                <a:latin typeface="Times New Roman"/>
                <a:ea typeface="Times New Roman"/>
                <a:cs typeface="Times New Roman"/>
                <a:sym typeface="Times New Roman"/>
              </a:rPr>
              <a:t>real-time doctor availability and easy appointment booking</a:t>
            </a:r>
            <a:br>
              <a:rPr lang="en-US" b="1" dirty="0">
                <a:solidFill>
                  <a:schemeClr val="dk1"/>
                </a:solidFill>
                <a:latin typeface="Times New Roman"/>
                <a:ea typeface="Times New Roman"/>
                <a:cs typeface="Times New Roman"/>
                <a:sym typeface="Times New Roman"/>
              </a:rPr>
            </a:br>
            <a:endParaRPr b="1" dirty="0">
              <a:solidFill>
                <a:schemeClr val="dk1"/>
              </a:solidFill>
              <a:latin typeface="Times New Roman"/>
              <a:ea typeface="Times New Roman"/>
              <a:cs typeface="Times New Roman"/>
              <a:sym typeface="Times New Roman"/>
            </a:endParaRPr>
          </a:p>
          <a:p>
            <a:pPr marL="377825" lvl="0" indent="-407035" algn="l" rtl="0">
              <a:lnSpc>
                <a:spcPct val="100000"/>
              </a:lnSpc>
              <a:spcBef>
                <a:spcPts val="0"/>
              </a:spcBef>
              <a:spcAft>
                <a:spcPts val="0"/>
              </a:spcAft>
              <a:buClr>
                <a:schemeClr val="dk1"/>
              </a:buClr>
              <a:buSzPts val="1900"/>
              <a:buFont typeface="Arial"/>
              <a:buChar char="•"/>
            </a:pPr>
            <a:r>
              <a:rPr lang="en-US" dirty="0">
                <a:solidFill>
                  <a:schemeClr val="dk1"/>
                </a:solidFill>
                <a:latin typeface="Times New Roman"/>
                <a:ea typeface="Times New Roman"/>
                <a:cs typeface="Times New Roman"/>
                <a:sym typeface="Times New Roman"/>
              </a:rPr>
              <a:t>Hence, there is a need to develop a system that improves </a:t>
            </a:r>
            <a:r>
              <a:rPr lang="en-US" b="1" dirty="0">
                <a:solidFill>
                  <a:schemeClr val="dk1"/>
                </a:solidFill>
                <a:latin typeface="Times New Roman"/>
                <a:ea typeface="Times New Roman"/>
                <a:cs typeface="Times New Roman"/>
                <a:sym typeface="Times New Roman"/>
              </a:rPr>
              <a:t>accessibility, usability, and efficiency</a:t>
            </a:r>
            <a:r>
              <a:rPr lang="en-US" dirty="0">
                <a:solidFill>
                  <a:schemeClr val="dk1"/>
                </a:solidFill>
                <a:latin typeface="Times New Roman"/>
                <a:ea typeface="Times New Roman"/>
                <a:cs typeface="Times New Roman"/>
                <a:sym typeface="Times New Roman"/>
              </a:rPr>
              <a:t> in healthcare services</a:t>
            </a:r>
            <a:br>
              <a:rPr lang="en-US" dirty="0">
                <a:solidFill>
                  <a:schemeClr val="dk1"/>
                </a:solidFill>
                <a:latin typeface="Times New Roman"/>
                <a:ea typeface="Times New Roman"/>
                <a:cs typeface="Times New Roman"/>
                <a:sym typeface="Times New Roman"/>
              </a:rPr>
            </a:br>
            <a:r>
              <a:rPr lang="en-US" sz="2000" b="1" dirty="0">
                <a:solidFill>
                  <a:schemeClr val="dk1"/>
                </a:solidFill>
                <a:latin typeface="Times New Roman"/>
                <a:ea typeface="Times New Roman"/>
                <a:cs typeface="Times New Roman"/>
                <a:sym typeface="Times New Roman"/>
              </a:rPr>
              <a:t>  </a:t>
            </a:r>
            <a:endParaRPr sz="2000" b="1" dirty="0">
              <a:solidFill>
                <a:schemeClr val="dk1"/>
              </a:solidFill>
              <a:latin typeface="Times New Roman"/>
              <a:ea typeface="Times New Roman"/>
              <a:cs typeface="Times New Roman"/>
              <a:sym typeface="Times New Roman"/>
            </a:endParaRPr>
          </a:p>
          <a:p>
            <a:pPr marL="377825" marR="0" lvl="0" indent="0" algn="just" rtl="0">
              <a:lnSpc>
                <a:spcPct val="100000"/>
              </a:lnSpc>
              <a:spcBef>
                <a:spcPts val="1200"/>
              </a:spcBef>
              <a:spcAft>
                <a:spcPts val="0"/>
              </a:spcAft>
              <a:buNone/>
            </a:pPr>
            <a:endParaRPr b="1" dirty="0">
              <a:solidFill>
                <a:srgbClr val="000000"/>
              </a:solidFill>
              <a:latin typeface="Times New Roman"/>
              <a:ea typeface="Times New Roman"/>
              <a:cs typeface="Times New Roman"/>
              <a:sym typeface="Times New Roman"/>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174" name="Google Shape;174;p22"/>
          <p:cNvSpPr txBox="1">
            <a:spLocks noGrp="1"/>
          </p:cNvSpPr>
          <p:nvPr>
            <p:ph type="title"/>
          </p:nvPr>
        </p:nvSpPr>
        <p:spPr>
          <a:xfrm>
            <a:off x="333487" y="671506"/>
            <a:ext cx="7335813" cy="7560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sz="2400" b="1" dirty="0">
                <a:solidFill>
                  <a:schemeClr val="dk1"/>
                </a:solidFill>
                <a:latin typeface="Times New Roman"/>
                <a:ea typeface="Times New Roman"/>
                <a:cs typeface="Times New Roman"/>
                <a:sym typeface="Times New Roman"/>
              </a:rPr>
              <a:t>Objectives</a:t>
            </a:r>
            <a:endParaRPr sz="2400" b="1" dirty="0">
              <a:solidFill>
                <a:schemeClr val="dk1"/>
              </a:solidFill>
              <a:latin typeface="Times New Roman"/>
              <a:ea typeface="Times New Roman"/>
              <a:cs typeface="Times New Roman"/>
              <a:sym typeface="Times New Roman"/>
            </a:endParaRPr>
          </a:p>
        </p:txBody>
      </p:sp>
      <p:sp>
        <p:nvSpPr>
          <p:cNvPr id="175" name="Google Shape;175;p22"/>
          <p:cNvSpPr txBox="1">
            <a:spLocks noGrp="1"/>
          </p:cNvSpPr>
          <p:nvPr>
            <p:ph type="body" idx="1"/>
          </p:nvPr>
        </p:nvSpPr>
        <p:spPr>
          <a:xfrm>
            <a:off x="333487" y="1201595"/>
            <a:ext cx="7611900" cy="5468700"/>
          </a:xfrm>
          <a:prstGeom prst="rect">
            <a:avLst/>
          </a:prstGeom>
        </p:spPr>
        <p:txBody>
          <a:bodyPr spcFirstLastPara="1" wrap="square" lIns="91425" tIns="45700" rIns="91425" bIns="45700" anchor="t" anchorCtr="0">
            <a:noAutofit/>
          </a:bodyPr>
          <a:lstStyle/>
          <a:p>
            <a:pPr marL="457200" lvl="0" indent="-320040" algn="l" rtl="0">
              <a:spcBef>
                <a:spcPts val="1100"/>
              </a:spcBef>
              <a:spcAft>
                <a:spcPts val="0"/>
              </a:spcAft>
              <a:buClr>
                <a:schemeClr val="dk1"/>
              </a:buClr>
              <a:buSzPts val="1440"/>
              <a:buFont typeface="Arial"/>
              <a:buChar char="●"/>
            </a:pPr>
            <a:r>
              <a:rPr lang="en-US" dirty="0">
                <a:solidFill>
                  <a:schemeClr val="dk1"/>
                </a:solidFill>
                <a:latin typeface="Times New Roman"/>
                <a:ea typeface="Times New Roman"/>
                <a:cs typeface="Times New Roman"/>
                <a:sym typeface="Times New Roman"/>
              </a:rPr>
              <a:t>To design and develop a </a:t>
            </a:r>
            <a:r>
              <a:rPr lang="en-US" b="1" dirty="0">
                <a:solidFill>
                  <a:schemeClr val="dk1"/>
                </a:solidFill>
                <a:latin typeface="Times New Roman"/>
                <a:ea typeface="Times New Roman"/>
                <a:cs typeface="Times New Roman"/>
                <a:sym typeface="Times New Roman"/>
              </a:rPr>
              <a:t>user-friendly </a:t>
            </a:r>
            <a:r>
              <a:rPr lang="en-US" b="1" dirty="0" err="1">
                <a:solidFill>
                  <a:schemeClr val="dk1"/>
                </a:solidFill>
                <a:latin typeface="Times New Roman"/>
                <a:ea typeface="Times New Roman"/>
                <a:cs typeface="Times New Roman"/>
                <a:sym typeface="Times New Roman"/>
              </a:rPr>
              <a:t>MediNear</a:t>
            </a:r>
            <a:r>
              <a:rPr lang="en-US" b="1" dirty="0">
                <a:solidFill>
                  <a:schemeClr val="dk1"/>
                </a:solidFill>
                <a:latin typeface="Times New Roman"/>
                <a:ea typeface="Times New Roman"/>
                <a:cs typeface="Times New Roman"/>
                <a:sym typeface="Times New Roman"/>
              </a:rPr>
              <a:t> application</a:t>
            </a:r>
            <a:br>
              <a:rPr lang="en-US" b="1" dirty="0">
                <a:solidFill>
                  <a:schemeClr val="dk1"/>
                </a:solidFill>
                <a:latin typeface="Times New Roman"/>
                <a:ea typeface="Times New Roman"/>
                <a:cs typeface="Times New Roman"/>
                <a:sym typeface="Times New Roman"/>
              </a:rPr>
            </a:br>
            <a:endParaRPr b="1" dirty="0">
              <a:solidFill>
                <a:schemeClr val="dk1"/>
              </a:solidFill>
              <a:latin typeface="Times New Roman"/>
              <a:ea typeface="Times New Roman"/>
              <a:cs typeface="Times New Roman"/>
              <a:sym typeface="Times New Roman"/>
            </a:endParaRPr>
          </a:p>
          <a:p>
            <a:pPr marL="457200" lvl="0" indent="-320040" algn="l" rtl="0">
              <a:spcBef>
                <a:spcPts val="0"/>
              </a:spcBef>
              <a:spcAft>
                <a:spcPts val="0"/>
              </a:spcAft>
              <a:buClr>
                <a:schemeClr val="dk1"/>
              </a:buClr>
              <a:buSzPts val="1440"/>
              <a:buFont typeface="Arial"/>
              <a:buChar char="●"/>
            </a:pPr>
            <a:r>
              <a:rPr lang="en-US" dirty="0">
                <a:solidFill>
                  <a:schemeClr val="dk1"/>
                </a:solidFill>
                <a:latin typeface="Times New Roman"/>
                <a:ea typeface="Times New Roman"/>
                <a:cs typeface="Times New Roman"/>
                <a:sym typeface="Times New Roman"/>
              </a:rPr>
              <a:t>To allow users to search doctors by </a:t>
            </a:r>
            <a:r>
              <a:rPr lang="en-US" b="1" dirty="0">
                <a:solidFill>
                  <a:schemeClr val="dk1"/>
                </a:solidFill>
                <a:latin typeface="Times New Roman"/>
                <a:ea typeface="Times New Roman"/>
                <a:cs typeface="Times New Roman"/>
                <a:sym typeface="Times New Roman"/>
              </a:rPr>
              <a:t>location, specialization, and ratings</a:t>
            </a:r>
            <a:br>
              <a:rPr lang="en-US" b="1" dirty="0">
                <a:solidFill>
                  <a:schemeClr val="dk1"/>
                </a:solidFill>
                <a:latin typeface="Times New Roman"/>
                <a:ea typeface="Times New Roman"/>
                <a:cs typeface="Times New Roman"/>
                <a:sym typeface="Times New Roman"/>
              </a:rPr>
            </a:br>
            <a:endParaRPr b="1" dirty="0">
              <a:solidFill>
                <a:schemeClr val="dk1"/>
              </a:solidFill>
              <a:latin typeface="Times New Roman"/>
              <a:ea typeface="Times New Roman"/>
              <a:cs typeface="Times New Roman"/>
              <a:sym typeface="Times New Roman"/>
            </a:endParaRPr>
          </a:p>
          <a:p>
            <a:pPr marL="457200" lvl="0" indent="-320040" algn="l" rtl="0">
              <a:spcBef>
                <a:spcPts val="0"/>
              </a:spcBef>
              <a:spcAft>
                <a:spcPts val="0"/>
              </a:spcAft>
              <a:buClr>
                <a:schemeClr val="dk1"/>
              </a:buClr>
              <a:buSzPts val="1440"/>
              <a:buFont typeface="Arial"/>
              <a:buChar char="●"/>
            </a:pPr>
            <a:r>
              <a:rPr lang="en-US" dirty="0">
                <a:solidFill>
                  <a:schemeClr val="dk1"/>
                </a:solidFill>
                <a:latin typeface="Times New Roman"/>
                <a:ea typeface="Times New Roman"/>
                <a:cs typeface="Times New Roman"/>
                <a:sym typeface="Times New Roman"/>
              </a:rPr>
              <a:t>To enable </a:t>
            </a:r>
            <a:r>
              <a:rPr lang="en-US" b="1" dirty="0">
                <a:solidFill>
                  <a:schemeClr val="dk1"/>
                </a:solidFill>
                <a:latin typeface="Times New Roman"/>
                <a:ea typeface="Times New Roman"/>
                <a:cs typeface="Times New Roman"/>
                <a:sym typeface="Times New Roman"/>
              </a:rPr>
              <a:t>online appointment booking with real-time availability</a:t>
            </a:r>
            <a:br>
              <a:rPr lang="en-US" b="1" dirty="0">
                <a:solidFill>
                  <a:schemeClr val="dk1"/>
                </a:solidFill>
                <a:latin typeface="Times New Roman"/>
                <a:ea typeface="Times New Roman"/>
                <a:cs typeface="Times New Roman"/>
                <a:sym typeface="Times New Roman"/>
              </a:rPr>
            </a:br>
            <a:endParaRPr b="1" dirty="0">
              <a:solidFill>
                <a:schemeClr val="dk1"/>
              </a:solidFill>
              <a:latin typeface="Times New Roman"/>
              <a:ea typeface="Times New Roman"/>
              <a:cs typeface="Times New Roman"/>
              <a:sym typeface="Times New Roman"/>
            </a:endParaRPr>
          </a:p>
          <a:p>
            <a:pPr marL="457200" lvl="0" indent="-320040" algn="l" rtl="0">
              <a:spcBef>
                <a:spcPts val="0"/>
              </a:spcBef>
              <a:spcAft>
                <a:spcPts val="0"/>
              </a:spcAft>
              <a:buClr>
                <a:schemeClr val="dk1"/>
              </a:buClr>
              <a:buSzPts val="1440"/>
              <a:buFont typeface="Arial"/>
              <a:buChar char="●"/>
            </a:pPr>
            <a:r>
              <a:rPr lang="en-US" dirty="0">
                <a:solidFill>
                  <a:schemeClr val="dk1"/>
                </a:solidFill>
                <a:latin typeface="Times New Roman"/>
                <a:ea typeface="Times New Roman"/>
                <a:cs typeface="Times New Roman"/>
                <a:sym typeface="Times New Roman"/>
              </a:rPr>
              <a:t>To maintain </a:t>
            </a:r>
            <a:r>
              <a:rPr lang="en-US" b="1" dirty="0">
                <a:solidFill>
                  <a:schemeClr val="dk1"/>
                </a:solidFill>
                <a:latin typeface="Times New Roman"/>
                <a:ea typeface="Times New Roman"/>
                <a:cs typeface="Times New Roman"/>
                <a:sym typeface="Times New Roman"/>
              </a:rPr>
              <a:t>secure digital records of patients and appointments</a:t>
            </a:r>
            <a:br>
              <a:rPr lang="en-US" b="1" dirty="0">
                <a:solidFill>
                  <a:schemeClr val="dk1"/>
                </a:solidFill>
                <a:latin typeface="Times New Roman"/>
                <a:ea typeface="Times New Roman"/>
                <a:cs typeface="Times New Roman"/>
                <a:sym typeface="Times New Roman"/>
              </a:rPr>
            </a:br>
            <a:endParaRPr b="1" dirty="0">
              <a:solidFill>
                <a:schemeClr val="dk1"/>
              </a:solidFill>
              <a:latin typeface="Times New Roman"/>
              <a:ea typeface="Times New Roman"/>
              <a:cs typeface="Times New Roman"/>
              <a:sym typeface="Times New Roman"/>
            </a:endParaRPr>
          </a:p>
          <a:p>
            <a:pPr marL="457200" lvl="0" indent="-320040" algn="l" rtl="0">
              <a:spcBef>
                <a:spcPts val="0"/>
              </a:spcBef>
              <a:spcAft>
                <a:spcPts val="0"/>
              </a:spcAft>
              <a:buClr>
                <a:schemeClr val="dk1"/>
              </a:buClr>
              <a:buSzPts val="1440"/>
              <a:buFont typeface="Times New Roman"/>
              <a:buChar char="●"/>
            </a:pPr>
            <a:r>
              <a:rPr lang="en-US" dirty="0">
                <a:solidFill>
                  <a:schemeClr val="dk1"/>
                </a:solidFill>
                <a:latin typeface="Times New Roman"/>
                <a:ea typeface="Times New Roman"/>
                <a:cs typeface="Times New Roman"/>
                <a:sym typeface="Times New Roman"/>
              </a:rPr>
              <a:t>To provide notifications and reminders for scheduled appointments</a:t>
            </a:r>
            <a:br>
              <a:rPr lang="en-US" dirty="0">
                <a:solidFill>
                  <a:schemeClr val="dk1"/>
                </a:solidFill>
                <a:latin typeface="Times New Roman"/>
                <a:ea typeface="Times New Roman"/>
                <a:cs typeface="Times New Roman"/>
                <a:sym typeface="Times New Roman"/>
              </a:rPr>
            </a:br>
            <a:endParaRPr dirty="0">
              <a:solidFill>
                <a:schemeClr val="dk1"/>
              </a:solidFill>
              <a:latin typeface="Times New Roman"/>
              <a:ea typeface="Times New Roman"/>
              <a:cs typeface="Times New Roman"/>
              <a:sym typeface="Times New Roman"/>
            </a:endParaRPr>
          </a:p>
          <a:p>
            <a:pPr marL="457200" lvl="0" indent="-320040" algn="l" rtl="0">
              <a:spcBef>
                <a:spcPts val="0"/>
              </a:spcBef>
              <a:spcAft>
                <a:spcPts val="0"/>
              </a:spcAft>
              <a:buClr>
                <a:schemeClr val="dk1"/>
              </a:buClr>
              <a:buSzPts val="1440"/>
              <a:buFont typeface="Times New Roman"/>
              <a:buChar char="●"/>
            </a:pPr>
            <a:r>
              <a:rPr lang="en-US" dirty="0">
                <a:solidFill>
                  <a:schemeClr val="dk1"/>
                </a:solidFill>
                <a:latin typeface="Times New Roman"/>
                <a:ea typeface="Times New Roman"/>
                <a:cs typeface="Times New Roman"/>
                <a:sym typeface="Times New Roman"/>
              </a:rPr>
              <a:t>To improve interaction between doctors and patients through a digital platform</a:t>
            </a:r>
            <a:br>
              <a:rPr lang="en-US" dirty="0">
                <a:solidFill>
                  <a:schemeClr val="dk1"/>
                </a:solidFill>
                <a:latin typeface="Times New Roman"/>
                <a:ea typeface="Times New Roman"/>
                <a:cs typeface="Times New Roman"/>
                <a:sym typeface="Times New Roman"/>
              </a:rPr>
            </a:br>
            <a:endParaRPr dirty="0">
              <a:solidFill>
                <a:schemeClr val="dk1"/>
              </a:solidFill>
              <a:latin typeface="Times New Roman"/>
              <a:ea typeface="Times New Roman"/>
              <a:cs typeface="Times New Roman"/>
              <a:sym typeface="Times New Roman"/>
            </a:endParaRPr>
          </a:p>
          <a:p>
            <a:pPr marL="457200" lvl="0" indent="-320040" algn="l" rtl="0">
              <a:spcBef>
                <a:spcPts val="0"/>
              </a:spcBef>
              <a:spcAft>
                <a:spcPts val="0"/>
              </a:spcAft>
              <a:buClr>
                <a:schemeClr val="dk1"/>
              </a:buClr>
              <a:buSzPts val="1440"/>
              <a:buFont typeface="Arial"/>
              <a:buChar char="●"/>
            </a:pPr>
            <a:r>
              <a:rPr lang="en-US" dirty="0">
                <a:solidFill>
                  <a:schemeClr val="dk1"/>
                </a:solidFill>
                <a:latin typeface="Times New Roman"/>
                <a:ea typeface="Times New Roman"/>
                <a:cs typeface="Times New Roman"/>
                <a:sym typeface="Times New Roman"/>
              </a:rPr>
              <a:t>To make healthcare services more </a:t>
            </a:r>
            <a:r>
              <a:rPr lang="en-US" b="1" dirty="0">
                <a:solidFill>
                  <a:schemeClr val="dk1"/>
                </a:solidFill>
                <a:latin typeface="Times New Roman"/>
                <a:ea typeface="Times New Roman"/>
                <a:cs typeface="Times New Roman"/>
                <a:sym typeface="Times New Roman"/>
              </a:rPr>
              <a:t>efficient, accessible, and reliable</a:t>
            </a:r>
            <a:endParaRPr b="1" dirty="0">
              <a:solidFill>
                <a:schemeClr val="dk1"/>
              </a:solidFill>
              <a:latin typeface="Times New Roman"/>
              <a:ea typeface="Times New Roman"/>
              <a:cs typeface="Times New Roman"/>
              <a:sym typeface="Times New Roman"/>
            </a:endParaRPr>
          </a:p>
          <a:p>
            <a:pPr marL="0" lvl="0" indent="0" algn="l" rtl="0">
              <a:spcBef>
                <a:spcPts val="1100"/>
              </a:spcBef>
              <a:spcAft>
                <a:spcPts val="0"/>
              </a:spcAft>
              <a:buNone/>
            </a:pPr>
            <a:endParaRPr dirty="0">
              <a:latin typeface="Times New Roman"/>
              <a:ea typeface="Times New Roman"/>
              <a:cs typeface="Times New Roman"/>
              <a:sym typeface="Times New Roman"/>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16"/>
        <p:cNvGrpSpPr/>
        <p:nvPr/>
      </p:nvGrpSpPr>
      <p:grpSpPr>
        <a:xfrm>
          <a:off x="0" y="0"/>
          <a:ext cx="0" cy="0"/>
          <a:chOff x="0" y="0"/>
          <a:chExt cx="0" cy="0"/>
        </a:xfrm>
      </p:grpSpPr>
      <p:sp>
        <p:nvSpPr>
          <p:cNvPr id="217" name="Google Shape;217;p28"/>
          <p:cNvSpPr txBox="1"/>
          <p:nvPr/>
        </p:nvSpPr>
        <p:spPr>
          <a:xfrm>
            <a:off x="287325" y="323290"/>
            <a:ext cx="9399077" cy="1262062"/>
          </a:xfrm>
          <a:prstGeom prst="rect">
            <a:avLst/>
          </a:prstGeom>
          <a:noFill/>
          <a:ln>
            <a:noFill/>
          </a:ln>
        </p:spPr>
        <p:txBody>
          <a:bodyPr spcFirstLastPara="1" wrap="square" lIns="0" tIns="31675" rIns="0" bIns="0" anchor="ctr" anchorCtr="0">
            <a:noAutofit/>
          </a:bodyPr>
          <a:lstStyle/>
          <a:p>
            <a:pPr marL="0" marR="0" lvl="0" indent="0" algn="l" rtl="0">
              <a:lnSpc>
                <a:spcPct val="93000"/>
              </a:lnSpc>
              <a:spcBef>
                <a:spcPts val="0"/>
              </a:spcBef>
              <a:spcAft>
                <a:spcPts val="0"/>
              </a:spcAft>
              <a:buClr>
                <a:srgbClr val="000000"/>
              </a:buClr>
              <a:buSzPts val="3600"/>
              <a:buFont typeface="Times New Roman"/>
              <a:buNone/>
            </a:pPr>
            <a:r>
              <a:rPr lang="en-US" sz="3600" b="1" i="0" u="none">
                <a:solidFill>
                  <a:srgbClr val="000000"/>
                </a:solidFill>
                <a:latin typeface="Times New Roman"/>
                <a:ea typeface="Times New Roman"/>
                <a:cs typeface="Times New Roman"/>
                <a:sym typeface="Times New Roman"/>
              </a:rPr>
              <a:t>Proposed Methodology</a:t>
            </a:r>
            <a:endParaRPr/>
          </a:p>
        </p:txBody>
      </p:sp>
      <p:sp>
        <p:nvSpPr>
          <p:cNvPr id="218" name="Google Shape;218;p28"/>
          <p:cNvSpPr txBox="1"/>
          <p:nvPr/>
        </p:nvSpPr>
        <p:spPr>
          <a:xfrm>
            <a:off x="503237" y="1768475"/>
            <a:ext cx="9071100" cy="4989600"/>
          </a:xfrm>
          <a:prstGeom prst="rect">
            <a:avLst/>
          </a:prstGeom>
          <a:noFill/>
          <a:ln>
            <a:noFill/>
          </a:ln>
        </p:spPr>
        <p:txBody>
          <a:bodyPr spcFirstLastPara="1" wrap="square" lIns="0" tIns="21225" rIns="0" bIns="0" anchor="t" anchorCtr="0">
            <a:noAutofit/>
          </a:bodyPr>
          <a:lstStyle/>
          <a:p>
            <a:pPr marL="0" marR="0" lvl="0" indent="0" algn="l" rtl="0">
              <a:lnSpc>
                <a:spcPct val="100000"/>
              </a:lnSpc>
              <a:spcBef>
                <a:spcPts val="0"/>
              </a:spcBef>
              <a:spcAft>
                <a:spcPts val="0"/>
              </a:spcAft>
              <a:buClr>
                <a:srgbClr val="000000"/>
              </a:buClr>
              <a:buFont typeface="Arial"/>
              <a:buNone/>
            </a:pPr>
            <a:endParaRPr sz="1800" b="0" i="0" u="none">
              <a:solidFill>
                <a:schemeClr val="dk1"/>
              </a:solidFill>
              <a:latin typeface="Trebuchet MS"/>
              <a:ea typeface="Trebuchet MS"/>
              <a:cs typeface="Trebuchet MS"/>
              <a:sym typeface="Trebuchet MS"/>
            </a:endParaRPr>
          </a:p>
        </p:txBody>
      </p:sp>
      <p:sp>
        <p:nvSpPr>
          <p:cNvPr id="219" name="Google Shape;219;p28"/>
          <p:cNvSpPr txBox="1"/>
          <p:nvPr/>
        </p:nvSpPr>
        <p:spPr>
          <a:xfrm>
            <a:off x="287325" y="824325"/>
            <a:ext cx="8901000" cy="5781029"/>
          </a:xfrm>
          <a:prstGeom prst="rect">
            <a:avLst/>
          </a:prstGeom>
          <a:noFill/>
          <a:ln>
            <a:noFill/>
          </a:ln>
        </p:spPr>
        <p:txBody>
          <a:bodyPr spcFirstLastPara="1" wrap="square" lIns="91425" tIns="45700" rIns="91425" bIns="45700" anchor="t" anchorCtr="0">
            <a:spAutoFit/>
          </a:bodyPr>
          <a:lstStyle/>
          <a:p>
            <a:pPr marL="457200" lvl="0" indent="0" algn="l" rtl="0">
              <a:lnSpc>
                <a:spcPct val="150000"/>
              </a:lnSpc>
              <a:spcBef>
                <a:spcPts val="1800"/>
              </a:spcBef>
              <a:spcAft>
                <a:spcPts val="0"/>
              </a:spcAft>
              <a:buNone/>
            </a:pPr>
            <a:endParaRPr sz="1900" b="1" dirty="0">
              <a:solidFill>
                <a:schemeClr val="dk1"/>
              </a:solidFill>
              <a:latin typeface="Times New Roman"/>
              <a:ea typeface="Times New Roman"/>
              <a:cs typeface="Times New Roman"/>
              <a:sym typeface="Times New Roman"/>
            </a:endParaRPr>
          </a:p>
          <a:p>
            <a:pPr marL="107950" lvl="0" algn="l" rtl="0">
              <a:lnSpc>
                <a:spcPct val="150000"/>
              </a:lnSpc>
              <a:spcBef>
                <a:spcPts val="1200"/>
              </a:spcBef>
              <a:spcAft>
                <a:spcPts val="0"/>
              </a:spcAft>
              <a:buClr>
                <a:schemeClr val="dk1"/>
              </a:buClr>
              <a:buSzPts val="1900"/>
            </a:pPr>
            <a:r>
              <a:rPr lang="en-US" sz="1900" dirty="0" err="1">
                <a:solidFill>
                  <a:schemeClr val="dk1"/>
                </a:solidFill>
                <a:latin typeface="Times New Roman"/>
                <a:ea typeface="Times New Roman"/>
                <a:cs typeface="Times New Roman"/>
                <a:sym typeface="Times New Roman"/>
              </a:rPr>
              <a:t>MediNear</a:t>
            </a:r>
            <a:r>
              <a:rPr lang="en-US" sz="1900" dirty="0">
                <a:solidFill>
                  <a:schemeClr val="dk1"/>
                </a:solidFill>
                <a:latin typeface="Times New Roman"/>
                <a:ea typeface="Times New Roman"/>
                <a:cs typeface="Times New Roman"/>
                <a:sym typeface="Times New Roman"/>
              </a:rPr>
              <a:t> system is designed as a </a:t>
            </a:r>
            <a:r>
              <a:rPr lang="en-US" sz="1900" b="1" dirty="0">
                <a:solidFill>
                  <a:schemeClr val="dk1"/>
                </a:solidFill>
                <a:latin typeface="Times New Roman"/>
                <a:ea typeface="Times New Roman"/>
                <a:cs typeface="Times New Roman"/>
                <a:sym typeface="Times New Roman"/>
              </a:rPr>
              <a:t>web-based healthcare application</a:t>
            </a:r>
            <a:endParaRPr sz="1900" b="1" dirty="0">
              <a:solidFill>
                <a:schemeClr val="dk1"/>
              </a:solidFill>
              <a:latin typeface="Times New Roman"/>
              <a:ea typeface="Times New Roman"/>
              <a:cs typeface="Times New Roman"/>
              <a:sym typeface="Times New Roman"/>
            </a:endParaRPr>
          </a:p>
          <a:p>
            <a:pPr marL="360000" lvl="0" indent="-320040">
              <a:spcBef>
                <a:spcPts val="1100"/>
              </a:spcBef>
              <a:buClr>
                <a:schemeClr val="dk1"/>
              </a:buClr>
              <a:buSzPts val="1440"/>
              <a:buFont typeface="Times New Roman"/>
              <a:buChar char="●"/>
            </a:pPr>
            <a:r>
              <a:rPr lang="en-GB" sz="2000" b="1" dirty="0">
                <a:solidFill>
                  <a:schemeClr val="dk1"/>
                </a:solidFill>
                <a:latin typeface="Times New Roman"/>
                <a:ea typeface="Times New Roman"/>
                <a:cs typeface="Times New Roman"/>
                <a:sym typeface="Times New Roman"/>
              </a:rPr>
              <a:t>Location-Based Services (LBS):</a:t>
            </a:r>
            <a:r>
              <a:rPr lang="en-GB" sz="2000" dirty="0">
                <a:solidFill>
                  <a:schemeClr val="dk1"/>
                </a:solidFill>
                <a:latin typeface="Times New Roman"/>
                <a:ea typeface="Times New Roman"/>
                <a:cs typeface="Times New Roman"/>
                <a:sym typeface="Times New Roman"/>
              </a:rPr>
              <a:t> Used to find nearby doctors and clinics</a:t>
            </a:r>
            <a:br>
              <a:rPr lang="en-GB" sz="2000" dirty="0">
                <a:solidFill>
                  <a:schemeClr val="dk1"/>
                </a:solidFill>
                <a:latin typeface="Times New Roman"/>
                <a:ea typeface="Times New Roman"/>
                <a:cs typeface="Times New Roman"/>
                <a:sym typeface="Times New Roman"/>
              </a:rPr>
            </a:br>
            <a:endParaRPr lang="en-GB" sz="2000" dirty="0">
              <a:solidFill>
                <a:schemeClr val="dk1"/>
              </a:solidFill>
              <a:latin typeface="Times New Roman"/>
              <a:ea typeface="Times New Roman"/>
              <a:cs typeface="Times New Roman"/>
              <a:sym typeface="Times New Roman"/>
            </a:endParaRPr>
          </a:p>
          <a:p>
            <a:pPr marL="360000" lvl="0" indent="-320040">
              <a:buClr>
                <a:schemeClr val="dk1"/>
              </a:buClr>
              <a:buSzPts val="1440"/>
              <a:buFont typeface="Times New Roman"/>
              <a:buChar char="●"/>
            </a:pPr>
            <a:r>
              <a:rPr lang="en-GB" sz="2000" b="1" dirty="0">
                <a:solidFill>
                  <a:schemeClr val="dk1"/>
                </a:solidFill>
                <a:latin typeface="Times New Roman"/>
                <a:ea typeface="Times New Roman"/>
                <a:cs typeface="Times New Roman"/>
                <a:sym typeface="Times New Roman"/>
              </a:rPr>
              <a:t>Search &amp; Filtering Algorithms:</a:t>
            </a:r>
            <a:r>
              <a:rPr lang="en-GB" sz="2000" dirty="0">
                <a:solidFill>
                  <a:schemeClr val="dk1"/>
                </a:solidFill>
                <a:latin typeface="Times New Roman"/>
                <a:ea typeface="Times New Roman"/>
                <a:cs typeface="Times New Roman"/>
                <a:sym typeface="Times New Roman"/>
              </a:rPr>
              <a:t> For doctor recommendations based on specialization, etc.</a:t>
            </a:r>
            <a:br>
              <a:rPr lang="en-GB" sz="2000" dirty="0">
                <a:solidFill>
                  <a:schemeClr val="dk1"/>
                </a:solidFill>
                <a:latin typeface="Times New Roman"/>
                <a:ea typeface="Times New Roman"/>
                <a:cs typeface="Times New Roman"/>
                <a:sym typeface="Times New Roman"/>
              </a:rPr>
            </a:br>
            <a:endParaRPr lang="en-GB" sz="2000" dirty="0">
              <a:solidFill>
                <a:schemeClr val="dk1"/>
              </a:solidFill>
              <a:latin typeface="Times New Roman"/>
              <a:ea typeface="Times New Roman"/>
              <a:cs typeface="Times New Roman"/>
              <a:sym typeface="Times New Roman"/>
            </a:endParaRPr>
          </a:p>
          <a:p>
            <a:pPr marL="360000" lvl="0" indent="-320040">
              <a:buClr>
                <a:schemeClr val="dk1"/>
              </a:buClr>
              <a:buSzPts val="1440"/>
              <a:buFont typeface="Times New Roman"/>
              <a:buChar char="●"/>
            </a:pPr>
            <a:r>
              <a:rPr lang="en-GB" sz="2000" b="1" dirty="0">
                <a:solidFill>
                  <a:schemeClr val="dk1"/>
                </a:solidFill>
                <a:latin typeface="Times New Roman"/>
                <a:ea typeface="Times New Roman"/>
                <a:cs typeface="Times New Roman"/>
                <a:sym typeface="Times New Roman"/>
              </a:rPr>
              <a:t>Database Management Systems:</a:t>
            </a:r>
            <a:r>
              <a:rPr lang="en-GB" sz="2000" dirty="0">
                <a:solidFill>
                  <a:schemeClr val="dk1"/>
                </a:solidFill>
                <a:latin typeface="Times New Roman"/>
                <a:ea typeface="Times New Roman"/>
                <a:cs typeface="Times New Roman"/>
                <a:sym typeface="Times New Roman"/>
              </a:rPr>
              <a:t> Store patient, doctor, and appointment data</a:t>
            </a:r>
            <a:br>
              <a:rPr lang="en-GB" sz="2000" dirty="0">
                <a:solidFill>
                  <a:schemeClr val="dk1"/>
                </a:solidFill>
                <a:latin typeface="Times New Roman"/>
                <a:ea typeface="Times New Roman"/>
                <a:cs typeface="Times New Roman"/>
                <a:sym typeface="Times New Roman"/>
              </a:rPr>
            </a:br>
            <a:endParaRPr lang="en-GB" sz="2000" dirty="0">
              <a:solidFill>
                <a:schemeClr val="dk1"/>
              </a:solidFill>
              <a:latin typeface="Times New Roman"/>
              <a:ea typeface="Times New Roman"/>
              <a:cs typeface="Times New Roman"/>
              <a:sym typeface="Times New Roman"/>
            </a:endParaRPr>
          </a:p>
          <a:p>
            <a:pPr marL="360000" lvl="0" indent="-320040">
              <a:buClr>
                <a:schemeClr val="dk1"/>
              </a:buClr>
              <a:buSzPts val="1440"/>
              <a:buFont typeface="Times New Roman"/>
              <a:buChar char="●"/>
            </a:pPr>
            <a:r>
              <a:rPr lang="en-GB" sz="2000" b="1" dirty="0">
                <a:solidFill>
                  <a:schemeClr val="dk1"/>
                </a:solidFill>
                <a:latin typeface="Times New Roman"/>
                <a:ea typeface="Times New Roman"/>
                <a:cs typeface="Times New Roman"/>
                <a:sym typeface="Times New Roman"/>
              </a:rPr>
              <a:t>Cloud Computing:</a:t>
            </a:r>
            <a:r>
              <a:rPr lang="en-GB" sz="2000" dirty="0">
                <a:solidFill>
                  <a:schemeClr val="dk1"/>
                </a:solidFill>
                <a:latin typeface="Times New Roman"/>
                <a:ea typeface="Times New Roman"/>
                <a:cs typeface="Times New Roman"/>
                <a:sym typeface="Times New Roman"/>
              </a:rPr>
              <a:t> For scalable and secure data storage</a:t>
            </a:r>
            <a:br>
              <a:rPr lang="en-GB" sz="2000" dirty="0">
                <a:solidFill>
                  <a:schemeClr val="dk1"/>
                </a:solidFill>
                <a:latin typeface="Times New Roman"/>
                <a:ea typeface="Times New Roman"/>
                <a:cs typeface="Times New Roman"/>
                <a:sym typeface="Times New Roman"/>
              </a:rPr>
            </a:br>
            <a:endParaRPr lang="en-GB" sz="2000" dirty="0">
              <a:solidFill>
                <a:schemeClr val="dk1"/>
              </a:solidFill>
              <a:latin typeface="Times New Roman"/>
              <a:ea typeface="Times New Roman"/>
              <a:cs typeface="Times New Roman"/>
              <a:sym typeface="Times New Roman"/>
            </a:endParaRPr>
          </a:p>
          <a:p>
            <a:pPr marL="360000" lvl="0" indent="-320040">
              <a:buClr>
                <a:schemeClr val="dk1"/>
              </a:buClr>
              <a:buSzPts val="1440"/>
              <a:buFont typeface="Times New Roman"/>
              <a:buChar char="●"/>
            </a:pPr>
            <a:r>
              <a:rPr lang="en-GB" sz="2000" b="1" dirty="0">
                <a:solidFill>
                  <a:schemeClr val="dk1"/>
                </a:solidFill>
                <a:latin typeface="Times New Roman"/>
                <a:ea typeface="Times New Roman"/>
                <a:cs typeface="Times New Roman"/>
                <a:sym typeface="Times New Roman"/>
              </a:rPr>
              <a:t>Authentication &amp; Security Techniques:</a:t>
            </a:r>
            <a:r>
              <a:rPr lang="en-GB" sz="2000" dirty="0">
                <a:solidFill>
                  <a:schemeClr val="dk1"/>
                </a:solidFill>
                <a:latin typeface="Times New Roman"/>
                <a:ea typeface="Times New Roman"/>
                <a:cs typeface="Times New Roman"/>
                <a:sym typeface="Times New Roman"/>
              </a:rPr>
              <a:t> To protect sensitive medical data</a:t>
            </a:r>
            <a:br>
              <a:rPr lang="en-GB" sz="2000" dirty="0">
                <a:solidFill>
                  <a:schemeClr val="dk1"/>
                </a:solidFill>
                <a:latin typeface="Times New Roman"/>
                <a:ea typeface="Times New Roman"/>
                <a:cs typeface="Times New Roman"/>
                <a:sym typeface="Times New Roman"/>
              </a:rPr>
            </a:br>
            <a:endParaRPr lang="en-GB" sz="2000" dirty="0">
              <a:solidFill>
                <a:schemeClr val="dk1"/>
              </a:solidFill>
              <a:latin typeface="Times New Roman"/>
              <a:ea typeface="Times New Roman"/>
              <a:cs typeface="Times New Roman"/>
              <a:sym typeface="Times New Roman"/>
            </a:endParaRPr>
          </a:p>
          <a:p>
            <a:pPr marL="360000" lvl="0" indent="-320040">
              <a:buClr>
                <a:schemeClr val="dk1"/>
              </a:buClr>
              <a:buSzPts val="1440"/>
              <a:buFont typeface="Times New Roman"/>
              <a:buChar char="●"/>
            </a:pPr>
            <a:r>
              <a:rPr lang="en-GB" sz="2000" b="1" dirty="0">
                <a:solidFill>
                  <a:schemeClr val="dk1"/>
                </a:solidFill>
                <a:latin typeface="Times New Roman"/>
                <a:ea typeface="Times New Roman"/>
                <a:cs typeface="Times New Roman"/>
                <a:sym typeface="Times New Roman"/>
              </a:rPr>
              <a:t>Mobile &amp; Web Technologies:</a:t>
            </a:r>
            <a:r>
              <a:rPr lang="en-GB" sz="2000" dirty="0">
                <a:solidFill>
                  <a:schemeClr val="dk1"/>
                </a:solidFill>
                <a:latin typeface="Times New Roman"/>
                <a:ea typeface="Times New Roman"/>
                <a:cs typeface="Times New Roman"/>
                <a:sym typeface="Times New Roman"/>
              </a:rPr>
              <a:t> For user interaction and interface design</a:t>
            </a:r>
          </a:p>
          <a:p>
            <a:pPr marL="457200" marR="0" lvl="0" indent="0" algn="just" rtl="0">
              <a:lnSpc>
                <a:spcPct val="150000"/>
              </a:lnSpc>
              <a:spcBef>
                <a:spcPts val="1200"/>
              </a:spcBef>
              <a:spcAft>
                <a:spcPts val="0"/>
              </a:spcAft>
              <a:buNone/>
            </a:pPr>
            <a:endParaRPr sz="1900" b="1" dirty="0">
              <a:latin typeface="Times New Roman"/>
              <a:ea typeface="Times New Roman"/>
              <a:cs typeface="Times New Roman"/>
              <a:sym typeface="Times New Roman"/>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sp>
        <p:nvSpPr>
          <p:cNvPr id="189" name="Google Shape;189;p24"/>
          <p:cNvSpPr txBox="1">
            <a:spLocks noGrp="1"/>
          </p:cNvSpPr>
          <p:nvPr>
            <p:ph type="body" idx="1"/>
          </p:nvPr>
        </p:nvSpPr>
        <p:spPr>
          <a:xfrm>
            <a:off x="671500" y="441064"/>
            <a:ext cx="7994100" cy="6218511"/>
          </a:xfrm>
          <a:prstGeom prst="rect">
            <a:avLst/>
          </a:prstGeom>
        </p:spPr>
        <p:txBody>
          <a:bodyPr spcFirstLastPara="1" wrap="square" lIns="91425" tIns="45700" rIns="91425" bIns="45700" anchor="t" anchorCtr="0">
            <a:noAutofit/>
          </a:bodyPr>
          <a:lstStyle/>
          <a:p>
            <a:pPr marL="0" lvl="0" indent="0">
              <a:lnSpc>
                <a:spcPct val="150000"/>
              </a:lnSpc>
              <a:spcBef>
                <a:spcPts val="1200"/>
              </a:spcBef>
              <a:buNone/>
            </a:pPr>
            <a:r>
              <a:rPr lang="en-GB" dirty="0">
                <a:solidFill>
                  <a:schemeClr val="dk1"/>
                </a:solidFill>
                <a:latin typeface="Times New Roman"/>
                <a:ea typeface="Times New Roman"/>
                <a:cs typeface="Times New Roman"/>
                <a:sym typeface="Times New Roman"/>
              </a:rPr>
              <a:t>Backend manages:</a:t>
            </a:r>
          </a:p>
          <a:p>
            <a:pPr lvl="0" indent="-349250">
              <a:lnSpc>
                <a:spcPct val="150000"/>
              </a:lnSpc>
              <a:spcBef>
                <a:spcPts val="1200"/>
              </a:spcBef>
              <a:buClr>
                <a:schemeClr val="dk1"/>
              </a:buClr>
              <a:buSzPts val="1900"/>
              <a:buFont typeface="Times New Roman"/>
              <a:buChar char="●"/>
            </a:pPr>
            <a:r>
              <a:rPr lang="en-GB" dirty="0">
                <a:solidFill>
                  <a:schemeClr val="dk1"/>
                </a:solidFill>
                <a:latin typeface="Times New Roman"/>
                <a:ea typeface="Times New Roman"/>
                <a:cs typeface="Times New Roman"/>
                <a:sym typeface="Times New Roman"/>
              </a:rPr>
              <a:t>User data</a:t>
            </a:r>
          </a:p>
          <a:p>
            <a:pPr lvl="0" indent="-349250">
              <a:lnSpc>
                <a:spcPct val="150000"/>
              </a:lnSpc>
              <a:spcBef>
                <a:spcPts val="0"/>
              </a:spcBef>
              <a:buClr>
                <a:schemeClr val="dk1"/>
              </a:buClr>
              <a:buSzPts val="1900"/>
              <a:buFont typeface="Times New Roman"/>
              <a:buChar char="●"/>
            </a:pPr>
            <a:r>
              <a:rPr lang="en-GB" dirty="0">
                <a:solidFill>
                  <a:schemeClr val="dk1"/>
                </a:solidFill>
                <a:latin typeface="Times New Roman"/>
                <a:ea typeface="Times New Roman"/>
                <a:cs typeface="Times New Roman"/>
                <a:sym typeface="Times New Roman"/>
              </a:rPr>
              <a:t>Doctor details</a:t>
            </a:r>
          </a:p>
          <a:p>
            <a:pPr lvl="0" indent="-349250">
              <a:lnSpc>
                <a:spcPct val="150000"/>
              </a:lnSpc>
              <a:spcBef>
                <a:spcPts val="0"/>
              </a:spcBef>
              <a:buClr>
                <a:schemeClr val="dk1"/>
              </a:buClr>
              <a:buSzPts val="1900"/>
              <a:buFont typeface="Times New Roman"/>
              <a:buChar char="●"/>
            </a:pPr>
            <a:r>
              <a:rPr lang="en-GB" dirty="0">
                <a:solidFill>
                  <a:schemeClr val="dk1"/>
                </a:solidFill>
                <a:latin typeface="Times New Roman"/>
                <a:ea typeface="Times New Roman"/>
                <a:cs typeface="Times New Roman"/>
                <a:sym typeface="Times New Roman"/>
              </a:rPr>
              <a:t>Appointment scheduling</a:t>
            </a:r>
          </a:p>
          <a:p>
            <a:pPr lvl="0" indent="-349250">
              <a:lnSpc>
                <a:spcPct val="150000"/>
              </a:lnSpc>
              <a:spcBef>
                <a:spcPts val="0"/>
              </a:spcBef>
              <a:buClr>
                <a:schemeClr val="dk1"/>
              </a:buClr>
              <a:buSzPts val="1900"/>
              <a:buFont typeface="Times New Roman"/>
              <a:buChar char="●"/>
            </a:pPr>
            <a:r>
              <a:rPr lang="en-GB" dirty="0">
                <a:solidFill>
                  <a:schemeClr val="dk1"/>
                </a:solidFill>
                <a:latin typeface="Times New Roman"/>
                <a:ea typeface="Times New Roman"/>
                <a:cs typeface="Times New Roman"/>
                <a:sym typeface="Times New Roman"/>
              </a:rPr>
              <a:t>The system ensures </a:t>
            </a:r>
            <a:r>
              <a:rPr lang="en-GB" b="1" dirty="0">
                <a:solidFill>
                  <a:schemeClr val="dk1"/>
                </a:solidFill>
                <a:latin typeface="Times New Roman"/>
                <a:ea typeface="Times New Roman"/>
                <a:cs typeface="Times New Roman"/>
                <a:sym typeface="Times New Roman"/>
              </a:rPr>
              <a:t>fast, simple, and user-friendly experience</a:t>
            </a:r>
          </a:p>
          <a:p>
            <a:pPr marL="457200" lvl="0" indent="0" algn="l" rtl="0">
              <a:spcBef>
                <a:spcPts val="1100"/>
              </a:spcBef>
              <a:spcAft>
                <a:spcPts val="0"/>
              </a:spcAft>
              <a:buNone/>
            </a:pPr>
            <a:endParaRPr dirty="0">
              <a:latin typeface="Times New Roman"/>
              <a:ea typeface="Times New Roman"/>
              <a:cs typeface="Times New Roman"/>
              <a:sym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30"/>
        <p:cNvGrpSpPr/>
        <p:nvPr/>
      </p:nvGrpSpPr>
      <p:grpSpPr>
        <a:xfrm>
          <a:off x="0" y="0"/>
          <a:ext cx="0" cy="0"/>
          <a:chOff x="0" y="0"/>
          <a:chExt cx="0" cy="0"/>
        </a:xfrm>
      </p:grpSpPr>
      <p:sp>
        <p:nvSpPr>
          <p:cNvPr id="231" name="Google Shape;231;p30"/>
          <p:cNvSpPr txBox="1"/>
          <p:nvPr/>
        </p:nvSpPr>
        <p:spPr>
          <a:xfrm>
            <a:off x="268942" y="466725"/>
            <a:ext cx="8084484" cy="647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3600"/>
              <a:buFont typeface="Times New Roman"/>
              <a:buNone/>
            </a:pPr>
            <a:r>
              <a:rPr lang="en-US" sz="3600" b="1" i="0" u="none" dirty="0">
                <a:solidFill>
                  <a:schemeClr val="dk1"/>
                </a:solidFill>
                <a:latin typeface="Times New Roman"/>
                <a:ea typeface="Times New Roman"/>
                <a:cs typeface="Times New Roman"/>
                <a:sym typeface="Times New Roman"/>
              </a:rPr>
              <a:t>Experimental Setup</a:t>
            </a:r>
            <a:endParaRPr dirty="0"/>
          </a:p>
        </p:txBody>
      </p:sp>
      <p:sp>
        <p:nvSpPr>
          <p:cNvPr id="232" name="Google Shape;232;p30"/>
          <p:cNvSpPr txBox="1"/>
          <p:nvPr/>
        </p:nvSpPr>
        <p:spPr>
          <a:xfrm>
            <a:off x="140750" y="1326975"/>
            <a:ext cx="8886600" cy="5355272"/>
          </a:xfrm>
          <a:prstGeom prst="rect">
            <a:avLst/>
          </a:prstGeom>
          <a:noFill/>
          <a:ln>
            <a:noFill/>
          </a:ln>
        </p:spPr>
        <p:txBody>
          <a:bodyPr spcFirstLastPara="1" wrap="square" lIns="91425" tIns="45700" rIns="91425" bIns="45700" anchor="t" anchorCtr="0">
            <a:spAutoFit/>
          </a:bodyPr>
          <a:lstStyle/>
          <a:p>
            <a:pPr marL="457200" lvl="0" indent="-355600" algn="l" rtl="0">
              <a:lnSpc>
                <a:spcPct val="115000"/>
              </a:lnSpc>
              <a:spcBef>
                <a:spcPts val="1200"/>
              </a:spcBef>
              <a:spcAft>
                <a:spcPts val="0"/>
              </a:spcAft>
              <a:buClr>
                <a:schemeClr val="dk1"/>
              </a:buClr>
              <a:buSzPts val="2000"/>
              <a:buFont typeface="Arial" panose="020B0604020202020204" pitchFamily="34" charset="0"/>
              <a:buChar char="•"/>
            </a:pPr>
            <a:r>
              <a:rPr lang="en-US" sz="2000" dirty="0">
                <a:solidFill>
                  <a:schemeClr val="dk1"/>
                </a:solidFill>
                <a:latin typeface="Times New Roman"/>
                <a:ea typeface="Times New Roman"/>
                <a:cs typeface="Times New Roman"/>
                <a:sym typeface="Times New Roman"/>
              </a:rPr>
              <a:t>The </a:t>
            </a:r>
            <a:r>
              <a:rPr lang="en-US" sz="2000" dirty="0" err="1">
                <a:solidFill>
                  <a:schemeClr val="dk1"/>
                </a:solidFill>
                <a:latin typeface="Times New Roman"/>
                <a:ea typeface="Times New Roman"/>
                <a:cs typeface="Times New Roman"/>
                <a:sym typeface="Times New Roman"/>
              </a:rPr>
              <a:t>MediNear</a:t>
            </a:r>
            <a:r>
              <a:rPr lang="en-US" sz="2000" dirty="0">
                <a:solidFill>
                  <a:schemeClr val="dk1"/>
                </a:solidFill>
                <a:latin typeface="Times New Roman"/>
                <a:ea typeface="Times New Roman"/>
                <a:cs typeface="Times New Roman"/>
                <a:sym typeface="Times New Roman"/>
              </a:rPr>
              <a:t> system is developed using modern web technologies to ensure efficiency and performance.</a:t>
            </a:r>
            <a:endParaRPr sz="2000" dirty="0">
              <a:solidFill>
                <a:schemeClr val="dk1"/>
              </a:solidFill>
              <a:latin typeface="Times New Roman"/>
              <a:ea typeface="Times New Roman"/>
              <a:cs typeface="Times New Roman"/>
              <a:sym typeface="Times New Roman"/>
            </a:endParaRPr>
          </a:p>
          <a:p>
            <a:pPr marL="457200" lvl="0" indent="-355600" algn="l" rtl="0">
              <a:lnSpc>
                <a:spcPct val="115000"/>
              </a:lnSpc>
              <a:spcBef>
                <a:spcPts val="0"/>
              </a:spcBef>
              <a:spcAft>
                <a:spcPts val="0"/>
              </a:spcAft>
              <a:buClr>
                <a:schemeClr val="dk1"/>
              </a:buClr>
              <a:buSzPts val="2000"/>
              <a:buFont typeface="Arial" panose="020B0604020202020204" pitchFamily="34" charset="0"/>
              <a:buChar char="•"/>
            </a:pPr>
            <a:r>
              <a:rPr lang="en-US" sz="2000" dirty="0">
                <a:solidFill>
                  <a:schemeClr val="dk1"/>
                </a:solidFill>
                <a:latin typeface="Times New Roman"/>
                <a:ea typeface="Times New Roman"/>
                <a:cs typeface="Times New Roman"/>
                <a:sym typeface="Times New Roman"/>
              </a:rPr>
              <a:t>The frontend is built using </a:t>
            </a:r>
            <a:r>
              <a:rPr lang="en-US" sz="2000" b="1" dirty="0">
                <a:solidFill>
                  <a:schemeClr val="dk1"/>
                </a:solidFill>
                <a:latin typeface="Times New Roman"/>
                <a:ea typeface="Times New Roman"/>
                <a:cs typeface="Times New Roman"/>
                <a:sym typeface="Times New Roman"/>
              </a:rPr>
              <a:t>HTML, CSS, and JavaScript</a:t>
            </a:r>
            <a:r>
              <a:rPr lang="en-US" sz="2000" dirty="0">
                <a:solidFill>
                  <a:schemeClr val="dk1"/>
                </a:solidFill>
                <a:latin typeface="Times New Roman"/>
                <a:ea typeface="Times New Roman"/>
                <a:cs typeface="Times New Roman"/>
                <a:sym typeface="Times New Roman"/>
              </a:rPr>
              <a:t>, which provides an interactive and user-friendly interface.</a:t>
            </a:r>
            <a:endParaRPr sz="2000" dirty="0">
              <a:solidFill>
                <a:schemeClr val="dk1"/>
              </a:solidFill>
              <a:latin typeface="Times New Roman"/>
              <a:ea typeface="Times New Roman"/>
              <a:cs typeface="Times New Roman"/>
              <a:sym typeface="Times New Roman"/>
            </a:endParaRPr>
          </a:p>
          <a:p>
            <a:pPr marL="457200" lvl="0" indent="-355600" algn="l" rtl="0">
              <a:lnSpc>
                <a:spcPct val="115000"/>
              </a:lnSpc>
              <a:spcBef>
                <a:spcPts val="0"/>
              </a:spcBef>
              <a:spcAft>
                <a:spcPts val="0"/>
              </a:spcAft>
              <a:buClr>
                <a:schemeClr val="dk1"/>
              </a:buClr>
              <a:buSzPts val="2000"/>
              <a:buFont typeface="Arial" panose="020B0604020202020204" pitchFamily="34" charset="0"/>
              <a:buChar char="•"/>
            </a:pPr>
            <a:r>
              <a:rPr lang="en-US" sz="2000" dirty="0">
                <a:solidFill>
                  <a:schemeClr val="dk1"/>
                </a:solidFill>
                <a:latin typeface="Times New Roman"/>
                <a:ea typeface="Times New Roman"/>
                <a:cs typeface="Times New Roman"/>
                <a:sym typeface="Times New Roman"/>
              </a:rPr>
              <a:t>The backend system handles application logic, user requests, and data processing.</a:t>
            </a:r>
            <a:endParaRPr sz="2000" dirty="0">
              <a:solidFill>
                <a:schemeClr val="dk1"/>
              </a:solidFill>
              <a:latin typeface="Times New Roman"/>
              <a:ea typeface="Times New Roman"/>
              <a:cs typeface="Times New Roman"/>
              <a:sym typeface="Times New Roman"/>
            </a:endParaRPr>
          </a:p>
          <a:p>
            <a:pPr marL="457200" lvl="0" indent="-355600" algn="l" rtl="0">
              <a:lnSpc>
                <a:spcPct val="115000"/>
              </a:lnSpc>
              <a:spcBef>
                <a:spcPts val="0"/>
              </a:spcBef>
              <a:spcAft>
                <a:spcPts val="0"/>
              </a:spcAft>
              <a:buClr>
                <a:schemeClr val="dk1"/>
              </a:buClr>
              <a:buSzPts val="2000"/>
              <a:buFont typeface="Arial" panose="020B0604020202020204" pitchFamily="34" charset="0"/>
              <a:buChar char="•"/>
            </a:pPr>
            <a:r>
              <a:rPr lang="en-US" sz="2000" dirty="0">
                <a:solidFill>
                  <a:schemeClr val="dk1"/>
                </a:solidFill>
                <a:latin typeface="Times New Roman"/>
                <a:ea typeface="Times New Roman"/>
                <a:cs typeface="Times New Roman"/>
                <a:sym typeface="Times New Roman"/>
              </a:rPr>
              <a:t>The system uses a database to store and manage all required data, including user information and appointments.</a:t>
            </a:r>
            <a:endParaRPr sz="2000" dirty="0">
              <a:solidFill>
                <a:schemeClr val="dk1"/>
              </a:solidFill>
              <a:latin typeface="Times New Roman"/>
              <a:ea typeface="Times New Roman"/>
              <a:cs typeface="Times New Roman"/>
              <a:sym typeface="Times New Roman"/>
            </a:endParaRPr>
          </a:p>
          <a:p>
            <a:pPr marL="457200" lvl="0" indent="-355600" algn="l" rtl="0">
              <a:lnSpc>
                <a:spcPct val="115000"/>
              </a:lnSpc>
              <a:spcBef>
                <a:spcPts val="0"/>
              </a:spcBef>
              <a:spcAft>
                <a:spcPts val="0"/>
              </a:spcAft>
              <a:buClr>
                <a:schemeClr val="dk1"/>
              </a:buClr>
              <a:buSzPts val="2000"/>
              <a:buFont typeface="Arial" panose="020B0604020202020204" pitchFamily="34" charset="0"/>
              <a:buChar char="•"/>
            </a:pPr>
            <a:r>
              <a:rPr lang="en-US" sz="2000" dirty="0">
                <a:solidFill>
                  <a:schemeClr val="dk1"/>
                </a:solidFill>
                <a:latin typeface="Times New Roman"/>
                <a:ea typeface="Times New Roman"/>
                <a:cs typeface="Times New Roman"/>
                <a:sym typeface="Times New Roman"/>
              </a:rPr>
              <a:t>Testing is performed on:</a:t>
            </a:r>
            <a:endParaRPr sz="2000" dirty="0">
              <a:solidFill>
                <a:schemeClr val="dk1"/>
              </a:solidFill>
              <a:latin typeface="Times New Roman"/>
              <a:ea typeface="Times New Roman"/>
              <a:cs typeface="Times New Roman"/>
              <a:sym typeface="Times New Roman"/>
            </a:endParaRPr>
          </a:p>
          <a:p>
            <a:pPr marL="101600" lvl="2">
              <a:lnSpc>
                <a:spcPct val="115000"/>
              </a:lnSpc>
              <a:buClr>
                <a:schemeClr val="dk1"/>
              </a:buClr>
              <a:buSzPts val="2000"/>
            </a:pPr>
            <a:r>
              <a:rPr lang="en-US" sz="2000" dirty="0">
                <a:solidFill>
                  <a:schemeClr val="dk1"/>
                </a:solidFill>
                <a:latin typeface="Times New Roman"/>
                <a:ea typeface="Times New Roman"/>
                <a:cs typeface="Times New Roman"/>
                <a:sym typeface="Times New Roman"/>
              </a:rPr>
              <a:t>          Operating System: Windows</a:t>
            </a:r>
            <a:br>
              <a:rPr lang="en-US" sz="2000" dirty="0">
                <a:solidFill>
                  <a:schemeClr val="dk1"/>
                </a:solidFill>
                <a:latin typeface="Times New Roman"/>
                <a:ea typeface="Times New Roman"/>
                <a:cs typeface="Times New Roman"/>
                <a:sym typeface="Times New Roman"/>
              </a:rPr>
            </a:br>
            <a:r>
              <a:rPr lang="en-US" sz="2000" dirty="0">
                <a:solidFill>
                  <a:schemeClr val="dk1"/>
                </a:solidFill>
                <a:latin typeface="Times New Roman"/>
                <a:ea typeface="Times New Roman"/>
                <a:cs typeface="Times New Roman"/>
                <a:sym typeface="Times New Roman"/>
              </a:rPr>
              <a:t>          Browser: Google Chrome</a:t>
            </a:r>
            <a:endParaRPr sz="2000" dirty="0">
              <a:solidFill>
                <a:schemeClr val="dk1"/>
              </a:solidFill>
              <a:latin typeface="Times New Roman"/>
              <a:ea typeface="Times New Roman"/>
              <a:cs typeface="Times New Roman"/>
              <a:sym typeface="Times New Roman"/>
            </a:endParaRPr>
          </a:p>
          <a:p>
            <a:pPr marL="457200" lvl="0" indent="-355600" algn="l" rtl="0">
              <a:lnSpc>
                <a:spcPct val="115000"/>
              </a:lnSpc>
              <a:spcBef>
                <a:spcPts val="0"/>
              </a:spcBef>
              <a:spcAft>
                <a:spcPts val="0"/>
              </a:spcAft>
              <a:buClr>
                <a:schemeClr val="dk1"/>
              </a:buClr>
              <a:buSzPts val="2000"/>
              <a:buFont typeface="Arial" panose="020B0604020202020204" pitchFamily="34" charset="0"/>
              <a:buChar char="•"/>
            </a:pPr>
            <a:r>
              <a:rPr lang="en-US" sz="2000" dirty="0">
                <a:solidFill>
                  <a:schemeClr val="dk1"/>
                </a:solidFill>
                <a:latin typeface="Times New Roman"/>
                <a:ea typeface="Times New Roman"/>
                <a:cs typeface="Times New Roman"/>
                <a:sym typeface="Times New Roman"/>
              </a:rPr>
              <a:t>Functional testing includes checking login, doctor search, appointment booking, guide and map performance.</a:t>
            </a:r>
            <a:endParaRPr sz="2000" dirty="0">
              <a:solidFill>
                <a:schemeClr val="dk1"/>
              </a:solidFill>
              <a:latin typeface="Times New Roman"/>
              <a:ea typeface="Times New Roman"/>
              <a:cs typeface="Times New Roman"/>
              <a:sym typeface="Times New Roman"/>
            </a:endParaRPr>
          </a:p>
          <a:p>
            <a:pPr marL="800100" marR="0" lvl="0" indent="-342900" algn="just" rtl="0">
              <a:lnSpc>
                <a:spcPct val="115000"/>
              </a:lnSpc>
              <a:spcBef>
                <a:spcPts val="1200"/>
              </a:spcBef>
              <a:spcAft>
                <a:spcPts val="0"/>
              </a:spcAft>
              <a:buFont typeface="Arial" panose="020B0604020202020204" pitchFamily="34" charset="0"/>
              <a:buChar char="•"/>
            </a:pPr>
            <a:endParaRPr sz="2000" dirty="0">
              <a:solidFill>
                <a:schemeClr val="dk1"/>
              </a:solidFill>
              <a:latin typeface="Times New Roman"/>
              <a:ea typeface="Times New Roman"/>
              <a:cs typeface="Times New Roman"/>
              <a:sym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FA34F27-6390-E62C-A155-E0B9DC71141E}"/>
              </a:ext>
            </a:extLst>
          </p:cNvPr>
          <p:cNvSpPr txBox="1"/>
          <p:nvPr/>
        </p:nvSpPr>
        <p:spPr>
          <a:xfrm>
            <a:off x="441064" y="580913"/>
            <a:ext cx="7906870" cy="3477875"/>
          </a:xfrm>
          <a:prstGeom prst="rect">
            <a:avLst/>
          </a:prstGeom>
          <a:noFill/>
        </p:spPr>
        <p:txBody>
          <a:bodyPr wrap="square" rtlCol="0">
            <a:spAutoFit/>
          </a:bodyPr>
          <a:lstStyle/>
          <a:p>
            <a:pPr algn="just">
              <a:buFont typeface="Wingdings" panose="05000000000000000000" pitchFamily="2" charset="2"/>
              <a:buChar char="§"/>
            </a:pPr>
            <a:r>
              <a:rPr lang="en-US" altLang="en-US" sz="2000" b="1" dirty="0">
                <a:latin typeface="Times New Roman" panose="02020603050405020304" pitchFamily="18" charset="0"/>
                <a:cs typeface="Times New Roman" panose="02020603050405020304" pitchFamily="18" charset="0"/>
              </a:rPr>
              <a:t>Development Environment:</a:t>
            </a:r>
          </a:p>
          <a:p>
            <a:pPr algn="just"/>
            <a:r>
              <a:rPr lang="en-US" altLang="en-US" sz="2000" dirty="0">
                <a:latin typeface="Times New Roman" panose="02020603050405020304" pitchFamily="18" charset="0"/>
                <a:cs typeface="Times New Roman" panose="02020603050405020304" pitchFamily="18" charset="0"/>
              </a:rPr>
              <a:t>     VS Code and Firebase Console.</a:t>
            </a:r>
          </a:p>
          <a:p>
            <a:pPr algn="just"/>
            <a:endParaRPr lang="en-US" altLang="en-US" sz="20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
            </a:pPr>
            <a:r>
              <a:rPr lang="en-US" altLang="en-US" sz="2000" b="1" dirty="0">
                <a:latin typeface="Times New Roman" panose="02020603050405020304" pitchFamily="18" charset="0"/>
                <a:cs typeface="Times New Roman" panose="02020603050405020304" pitchFamily="18" charset="0"/>
              </a:rPr>
              <a:t>Technologies:</a:t>
            </a:r>
          </a:p>
          <a:p>
            <a:pPr algn="just"/>
            <a:r>
              <a:rPr lang="en-US" altLang="en-US" sz="2000" dirty="0">
                <a:latin typeface="Times New Roman" panose="02020603050405020304" pitchFamily="18" charset="0"/>
                <a:cs typeface="Times New Roman" panose="02020603050405020304" pitchFamily="18" charset="0"/>
              </a:rPr>
              <a:t>     HTML, CSS, JavaScript and Firebase.</a:t>
            </a:r>
          </a:p>
          <a:p>
            <a:pPr algn="just">
              <a:buFont typeface="Wingdings" panose="05000000000000000000" pitchFamily="2" charset="2"/>
              <a:buChar char="§"/>
            </a:pPr>
            <a:endParaRPr lang="en-US" altLang="en-US" sz="20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
            </a:pPr>
            <a:r>
              <a:rPr lang="en-US" altLang="en-US" sz="2000" dirty="0" err="1">
                <a:latin typeface="Times New Roman" panose="02020603050405020304" pitchFamily="18" charset="0"/>
                <a:cs typeface="Times New Roman" panose="02020603050405020304" pitchFamily="18" charset="0"/>
              </a:rPr>
              <a:t>OpenStreet</a:t>
            </a:r>
            <a:r>
              <a:rPr lang="en-US" altLang="en-US" sz="2000" dirty="0">
                <a:latin typeface="Times New Roman" panose="02020603050405020304" pitchFamily="18" charset="0"/>
                <a:cs typeface="Times New Roman" panose="02020603050405020304" pitchFamily="18" charset="0"/>
              </a:rPr>
              <a:t> map leaflet for map and directions access</a:t>
            </a:r>
          </a:p>
          <a:p>
            <a:pPr algn="just">
              <a:buFont typeface="Wingdings" panose="05000000000000000000" pitchFamily="2" charset="2"/>
              <a:buChar char="§"/>
            </a:pPr>
            <a:endParaRPr lang="en-US" altLang="en-US" sz="20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
            </a:pPr>
            <a:r>
              <a:rPr lang="en-US" altLang="en-US" sz="2000" b="1" dirty="0">
                <a:latin typeface="Times New Roman" panose="02020603050405020304" pitchFamily="18" charset="0"/>
                <a:cs typeface="Times New Roman" panose="02020603050405020304" pitchFamily="18" charset="0"/>
              </a:rPr>
              <a:t>Testing Parameters:</a:t>
            </a:r>
          </a:p>
          <a:p>
            <a:pPr algn="just"/>
            <a:r>
              <a:rPr lang="en-US" altLang="en-US" sz="2000" dirty="0">
                <a:latin typeface="Times New Roman" panose="02020603050405020304" pitchFamily="18" charset="0"/>
                <a:cs typeface="Times New Roman" panose="02020603050405020304" pitchFamily="18" charset="0"/>
              </a:rPr>
              <a:t>     Response time, accuracy and mobile compatibility.</a:t>
            </a:r>
          </a:p>
          <a:p>
            <a:endParaRPr lang="en-IN" sz="2000" dirty="0"/>
          </a:p>
        </p:txBody>
      </p:sp>
    </p:spTree>
    <p:extLst>
      <p:ext uri="{BB962C8B-B14F-4D97-AF65-F5344CB8AC3E}">
        <p14:creationId xmlns:p14="http://schemas.microsoft.com/office/powerpoint/2010/main" val="337715689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24"/>
        <p:cNvGrpSpPr/>
        <p:nvPr/>
      </p:nvGrpSpPr>
      <p:grpSpPr>
        <a:xfrm>
          <a:off x="0" y="0"/>
          <a:ext cx="0" cy="0"/>
          <a:chOff x="0" y="0"/>
          <a:chExt cx="0" cy="0"/>
        </a:xfrm>
      </p:grpSpPr>
      <p:sp>
        <p:nvSpPr>
          <p:cNvPr id="225" name="Google Shape;225;p29"/>
          <p:cNvSpPr txBox="1">
            <a:spLocks noGrp="1"/>
          </p:cNvSpPr>
          <p:nvPr>
            <p:ph type="body" idx="1"/>
          </p:nvPr>
        </p:nvSpPr>
        <p:spPr>
          <a:xfrm>
            <a:off x="671500" y="502650"/>
            <a:ext cx="7632000" cy="6156900"/>
          </a:xfrm>
          <a:prstGeom prst="rect">
            <a:avLst/>
          </a:prstGeom>
        </p:spPr>
        <p:txBody>
          <a:bodyPr spcFirstLastPara="1" wrap="square" lIns="91425" tIns="45700" rIns="91425" bIns="45700" anchor="t" anchorCtr="0">
            <a:noAutofit/>
          </a:bodyPr>
          <a:lstStyle/>
          <a:p>
            <a:pPr marL="0" lvl="0" indent="0" algn="l" rtl="0">
              <a:spcBef>
                <a:spcPts val="1100"/>
              </a:spcBef>
              <a:spcAft>
                <a:spcPts val="0"/>
              </a:spcAft>
              <a:buNone/>
            </a:pPr>
            <a:endParaRPr/>
          </a:p>
        </p:txBody>
      </p:sp>
      <p:pic>
        <p:nvPicPr>
          <p:cNvPr id="226" name="Google Shape;226;p29" title="MediNear healthcare app architecture diagram.png"/>
          <p:cNvPicPr preferRelativeResize="0"/>
          <p:nvPr/>
        </p:nvPicPr>
        <p:blipFill>
          <a:blip r:embed="rId3">
            <a:alphaModFix/>
          </a:blip>
          <a:stretch>
            <a:fillRect/>
          </a:stretch>
        </p:blipFill>
        <p:spPr>
          <a:xfrm>
            <a:off x="542850" y="419625"/>
            <a:ext cx="9007277" cy="672042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37"/>
        <p:cNvGrpSpPr/>
        <p:nvPr/>
      </p:nvGrpSpPr>
      <p:grpSpPr>
        <a:xfrm>
          <a:off x="0" y="0"/>
          <a:ext cx="0" cy="0"/>
          <a:chOff x="0" y="0"/>
          <a:chExt cx="0" cy="0"/>
        </a:xfrm>
      </p:grpSpPr>
      <p:sp>
        <p:nvSpPr>
          <p:cNvPr id="238" name="Google Shape;238;p31"/>
          <p:cNvSpPr txBox="1"/>
          <p:nvPr/>
        </p:nvSpPr>
        <p:spPr>
          <a:xfrm>
            <a:off x="344245" y="531812"/>
            <a:ext cx="9229967" cy="801687"/>
          </a:xfrm>
          <a:prstGeom prst="rect">
            <a:avLst/>
          </a:prstGeom>
          <a:noFill/>
          <a:ln>
            <a:noFill/>
          </a:ln>
        </p:spPr>
        <p:txBody>
          <a:bodyPr spcFirstLastPara="1" wrap="square" lIns="0" tIns="31675" rIns="0" bIns="0" anchor="ctr" anchorCtr="0">
            <a:noAutofit/>
          </a:bodyPr>
          <a:lstStyle/>
          <a:p>
            <a:pPr marL="0" marR="0" lvl="0" indent="0" algn="l" rtl="0">
              <a:lnSpc>
                <a:spcPct val="93000"/>
              </a:lnSpc>
              <a:spcBef>
                <a:spcPts val="0"/>
              </a:spcBef>
              <a:spcAft>
                <a:spcPts val="0"/>
              </a:spcAft>
              <a:buClr>
                <a:srgbClr val="000000"/>
              </a:buClr>
              <a:buSzPts val="3600"/>
              <a:buFont typeface="Times New Roman"/>
              <a:buNone/>
            </a:pPr>
            <a:r>
              <a:rPr lang="en-US" sz="3600" b="1" i="0" u="none" dirty="0">
                <a:solidFill>
                  <a:srgbClr val="000000"/>
                </a:solidFill>
                <a:latin typeface="Times New Roman"/>
                <a:ea typeface="Times New Roman"/>
                <a:cs typeface="Times New Roman"/>
                <a:sym typeface="Times New Roman"/>
              </a:rPr>
              <a:t>Implementation </a:t>
            </a:r>
            <a:endParaRPr dirty="0"/>
          </a:p>
          <a:p>
            <a:pPr marL="0" marR="0" lvl="0" indent="0" algn="l" rtl="0">
              <a:lnSpc>
                <a:spcPct val="100000"/>
              </a:lnSpc>
              <a:spcBef>
                <a:spcPts val="0"/>
              </a:spcBef>
              <a:spcAft>
                <a:spcPts val="0"/>
              </a:spcAft>
              <a:buNone/>
            </a:pPr>
            <a:endParaRPr sz="3600" b="1" i="0" u="none" dirty="0">
              <a:solidFill>
                <a:srgbClr val="000000"/>
              </a:solidFill>
              <a:latin typeface="Times New Roman"/>
              <a:ea typeface="Times New Roman"/>
              <a:cs typeface="Times New Roman"/>
              <a:sym typeface="Times New Roman"/>
            </a:endParaRPr>
          </a:p>
        </p:txBody>
      </p:sp>
      <p:sp>
        <p:nvSpPr>
          <p:cNvPr id="239" name="Google Shape;239;p31"/>
          <p:cNvSpPr txBox="1"/>
          <p:nvPr/>
        </p:nvSpPr>
        <p:spPr>
          <a:xfrm>
            <a:off x="503237" y="1563687"/>
            <a:ext cx="9070975" cy="5194300"/>
          </a:xfrm>
          <a:prstGeom prst="rect">
            <a:avLst/>
          </a:prstGeom>
          <a:noFill/>
          <a:ln>
            <a:noFill/>
          </a:ln>
        </p:spPr>
        <p:txBody>
          <a:bodyPr spcFirstLastPara="1" wrap="square" lIns="0" tIns="21225" rIns="0" bIns="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Trebuchet MS"/>
              <a:ea typeface="Trebuchet MS"/>
              <a:cs typeface="Trebuchet MS"/>
              <a:sym typeface="Trebuchet MS"/>
            </a:endParaRPr>
          </a:p>
        </p:txBody>
      </p:sp>
      <p:sp>
        <p:nvSpPr>
          <p:cNvPr id="240" name="Google Shape;240;p31"/>
          <p:cNvSpPr txBox="1"/>
          <p:nvPr/>
        </p:nvSpPr>
        <p:spPr>
          <a:xfrm>
            <a:off x="647700" y="1103312"/>
            <a:ext cx="7345500" cy="523200"/>
          </a:xfrm>
          <a:prstGeom prst="rect">
            <a:avLst/>
          </a:prstGeom>
          <a:noFill/>
          <a:ln>
            <a:noFill/>
          </a:ln>
        </p:spPr>
        <p:txBody>
          <a:bodyPr spcFirstLastPara="1" wrap="square" lIns="91425" tIns="45700" rIns="91425" bIns="45700" anchor="t" anchorCtr="0">
            <a:spAutoFit/>
          </a:bodyPr>
          <a:lstStyle/>
          <a:p>
            <a:pPr marL="0" marR="0" lvl="0" indent="-177800" algn="just" rtl="0">
              <a:lnSpc>
                <a:spcPct val="150000"/>
              </a:lnSpc>
              <a:spcBef>
                <a:spcPts val="0"/>
              </a:spcBef>
              <a:spcAft>
                <a:spcPts val="0"/>
              </a:spcAft>
              <a:buClr>
                <a:schemeClr val="dk1"/>
              </a:buClr>
              <a:buSzPts val="2800"/>
              <a:buFont typeface="Noto Sans Symbols"/>
              <a:buChar char="▪"/>
            </a:pPr>
            <a:endParaRPr/>
          </a:p>
        </p:txBody>
      </p:sp>
      <p:pic>
        <p:nvPicPr>
          <p:cNvPr id="3" name="Picture 2">
            <a:extLst>
              <a:ext uri="{FF2B5EF4-FFF2-40B4-BE49-F238E27FC236}">
                <a16:creationId xmlns:a16="http://schemas.microsoft.com/office/drawing/2014/main" id="{D1665854-37D0-53A6-3999-9CE5E8D02A23}"/>
              </a:ext>
            </a:extLst>
          </p:cNvPr>
          <p:cNvPicPr>
            <a:picLocks noChangeAspect="1"/>
          </p:cNvPicPr>
          <p:nvPr/>
        </p:nvPicPr>
        <p:blipFill>
          <a:blip r:embed="rId3"/>
          <a:stretch>
            <a:fillRect/>
          </a:stretch>
        </p:blipFill>
        <p:spPr>
          <a:xfrm>
            <a:off x="0" y="1102171"/>
            <a:ext cx="10080625" cy="5355332"/>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F7C326-708A-B58C-DCBD-84013F529B87}"/>
              </a:ext>
            </a:extLst>
          </p:cNvPr>
          <p:cNvSpPr>
            <a:spLocks noGrp="1"/>
          </p:cNvSpPr>
          <p:nvPr>
            <p:ph type="title"/>
          </p:nvPr>
        </p:nvSpPr>
        <p:spPr/>
        <p:txBody>
          <a:bodyPr/>
          <a:lstStyle/>
          <a:p>
            <a:endParaRPr lang="en-IN"/>
          </a:p>
        </p:txBody>
      </p:sp>
      <p:sp>
        <p:nvSpPr>
          <p:cNvPr id="3" name="Text Placeholder 2">
            <a:extLst>
              <a:ext uri="{FF2B5EF4-FFF2-40B4-BE49-F238E27FC236}">
                <a16:creationId xmlns:a16="http://schemas.microsoft.com/office/drawing/2014/main" id="{AE97C3E9-D7AB-28B6-D48F-2D363C316AC6}"/>
              </a:ext>
            </a:extLst>
          </p:cNvPr>
          <p:cNvSpPr>
            <a:spLocks noGrp="1"/>
          </p:cNvSpPr>
          <p:nvPr>
            <p:ph type="body" idx="1"/>
          </p:nvPr>
        </p:nvSpPr>
        <p:spPr/>
        <p:txBody>
          <a:bodyPr/>
          <a:lstStyle/>
          <a:p>
            <a:endParaRPr lang="en-IN"/>
          </a:p>
        </p:txBody>
      </p:sp>
      <p:pic>
        <p:nvPicPr>
          <p:cNvPr id="5" name="Picture 4">
            <a:extLst>
              <a:ext uri="{FF2B5EF4-FFF2-40B4-BE49-F238E27FC236}">
                <a16:creationId xmlns:a16="http://schemas.microsoft.com/office/drawing/2014/main" id="{1EC5FDB7-BED9-0BB2-41B7-2303C2A396CE}"/>
              </a:ext>
            </a:extLst>
          </p:cNvPr>
          <p:cNvPicPr>
            <a:picLocks noChangeAspect="1"/>
          </p:cNvPicPr>
          <p:nvPr/>
        </p:nvPicPr>
        <p:blipFill>
          <a:blip r:embed="rId2"/>
          <a:stretch>
            <a:fillRect/>
          </a:stretch>
        </p:blipFill>
        <p:spPr>
          <a:xfrm>
            <a:off x="0" y="1102171"/>
            <a:ext cx="10080625" cy="5355332"/>
          </a:xfrm>
          <a:prstGeom prst="rect">
            <a:avLst/>
          </a:prstGeom>
        </p:spPr>
      </p:pic>
    </p:spTree>
    <p:extLst>
      <p:ext uri="{BB962C8B-B14F-4D97-AF65-F5344CB8AC3E}">
        <p14:creationId xmlns:p14="http://schemas.microsoft.com/office/powerpoint/2010/main" val="403038396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585C70-E78F-89E6-28A6-D579C13A25E7}"/>
              </a:ext>
            </a:extLst>
          </p:cNvPr>
          <p:cNvSpPr>
            <a:spLocks noGrp="1"/>
          </p:cNvSpPr>
          <p:nvPr>
            <p:ph type="title"/>
          </p:nvPr>
        </p:nvSpPr>
        <p:spPr/>
        <p:txBody>
          <a:bodyPr/>
          <a:lstStyle/>
          <a:p>
            <a:endParaRPr lang="en-IN"/>
          </a:p>
        </p:txBody>
      </p:sp>
      <p:sp>
        <p:nvSpPr>
          <p:cNvPr id="3" name="Text Placeholder 2">
            <a:extLst>
              <a:ext uri="{FF2B5EF4-FFF2-40B4-BE49-F238E27FC236}">
                <a16:creationId xmlns:a16="http://schemas.microsoft.com/office/drawing/2014/main" id="{99D17E3D-4993-EF19-0EAE-3F6F8670C1D5}"/>
              </a:ext>
            </a:extLst>
          </p:cNvPr>
          <p:cNvSpPr>
            <a:spLocks noGrp="1"/>
          </p:cNvSpPr>
          <p:nvPr>
            <p:ph type="body" idx="1"/>
          </p:nvPr>
        </p:nvSpPr>
        <p:spPr/>
        <p:txBody>
          <a:bodyPr/>
          <a:lstStyle/>
          <a:p>
            <a:endParaRPr lang="en-IN"/>
          </a:p>
        </p:txBody>
      </p:sp>
      <p:pic>
        <p:nvPicPr>
          <p:cNvPr id="5" name="Picture 4">
            <a:extLst>
              <a:ext uri="{FF2B5EF4-FFF2-40B4-BE49-F238E27FC236}">
                <a16:creationId xmlns:a16="http://schemas.microsoft.com/office/drawing/2014/main" id="{08EA9F18-E5BF-2A63-F638-2939EEF7E4CD}"/>
              </a:ext>
            </a:extLst>
          </p:cNvPr>
          <p:cNvPicPr>
            <a:picLocks noChangeAspect="1"/>
          </p:cNvPicPr>
          <p:nvPr/>
        </p:nvPicPr>
        <p:blipFill>
          <a:blip r:embed="rId2"/>
          <a:stretch>
            <a:fillRect/>
          </a:stretch>
        </p:blipFill>
        <p:spPr>
          <a:xfrm>
            <a:off x="0" y="1102171"/>
            <a:ext cx="10080625" cy="5355332"/>
          </a:xfrm>
          <a:prstGeom prst="rect">
            <a:avLst/>
          </a:prstGeom>
        </p:spPr>
      </p:pic>
    </p:spTree>
    <p:extLst>
      <p:ext uri="{BB962C8B-B14F-4D97-AF65-F5344CB8AC3E}">
        <p14:creationId xmlns:p14="http://schemas.microsoft.com/office/powerpoint/2010/main" val="259531467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67384E-339A-5683-835E-0740AA894B60}"/>
              </a:ext>
            </a:extLst>
          </p:cNvPr>
          <p:cNvSpPr>
            <a:spLocks noGrp="1"/>
          </p:cNvSpPr>
          <p:nvPr>
            <p:ph type="title"/>
          </p:nvPr>
        </p:nvSpPr>
        <p:spPr/>
        <p:txBody>
          <a:bodyPr/>
          <a:lstStyle/>
          <a:p>
            <a:endParaRPr lang="en-IN"/>
          </a:p>
        </p:txBody>
      </p:sp>
      <p:sp>
        <p:nvSpPr>
          <p:cNvPr id="3" name="Text Placeholder 2">
            <a:extLst>
              <a:ext uri="{FF2B5EF4-FFF2-40B4-BE49-F238E27FC236}">
                <a16:creationId xmlns:a16="http://schemas.microsoft.com/office/drawing/2014/main" id="{ECE0D375-577F-AFA3-2F75-2A6A9065B04C}"/>
              </a:ext>
            </a:extLst>
          </p:cNvPr>
          <p:cNvSpPr>
            <a:spLocks noGrp="1"/>
          </p:cNvSpPr>
          <p:nvPr>
            <p:ph type="body" idx="1"/>
          </p:nvPr>
        </p:nvSpPr>
        <p:spPr/>
        <p:txBody>
          <a:bodyPr/>
          <a:lstStyle/>
          <a:p>
            <a:endParaRPr lang="en-IN"/>
          </a:p>
        </p:txBody>
      </p:sp>
      <p:pic>
        <p:nvPicPr>
          <p:cNvPr id="5" name="Picture 4">
            <a:extLst>
              <a:ext uri="{FF2B5EF4-FFF2-40B4-BE49-F238E27FC236}">
                <a16:creationId xmlns:a16="http://schemas.microsoft.com/office/drawing/2014/main" id="{35B7A3F9-0AFF-72C2-BDDE-240056742AB9}"/>
              </a:ext>
            </a:extLst>
          </p:cNvPr>
          <p:cNvPicPr>
            <a:picLocks noChangeAspect="1"/>
          </p:cNvPicPr>
          <p:nvPr/>
        </p:nvPicPr>
        <p:blipFill>
          <a:blip r:embed="rId2"/>
          <a:stretch>
            <a:fillRect/>
          </a:stretch>
        </p:blipFill>
        <p:spPr>
          <a:xfrm>
            <a:off x="0" y="1102171"/>
            <a:ext cx="10080625" cy="5355332"/>
          </a:xfrm>
          <a:prstGeom prst="rect">
            <a:avLst/>
          </a:prstGeom>
        </p:spPr>
      </p:pic>
      <p:pic>
        <p:nvPicPr>
          <p:cNvPr id="7" name="Picture 6">
            <a:extLst>
              <a:ext uri="{FF2B5EF4-FFF2-40B4-BE49-F238E27FC236}">
                <a16:creationId xmlns:a16="http://schemas.microsoft.com/office/drawing/2014/main" id="{56A92573-4BAA-843B-17F2-B57DAC9043BD}"/>
              </a:ext>
            </a:extLst>
          </p:cNvPr>
          <p:cNvPicPr>
            <a:picLocks noChangeAspect="1"/>
          </p:cNvPicPr>
          <p:nvPr/>
        </p:nvPicPr>
        <p:blipFill>
          <a:blip r:embed="rId3"/>
          <a:stretch>
            <a:fillRect/>
          </a:stretch>
        </p:blipFill>
        <p:spPr>
          <a:xfrm>
            <a:off x="0" y="1102171"/>
            <a:ext cx="10080625" cy="5355332"/>
          </a:xfrm>
          <a:prstGeom prst="rect">
            <a:avLst/>
          </a:prstGeom>
        </p:spPr>
      </p:pic>
    </p:spTree>
    <p:extLst>
      <p:ext uri="{BB962C8B-B14F-4D97-AF65-F5344CB8AC3E}">
        <p14:creationId xmlns:p14="http://schemas.microsoft.com/office/powerpoint/2010/main" val="386161019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50ED1A-01C4-659C-9211-1F3FD6F010C4}"/>
              </a:ext>
            </a:extLst>
          </p:cNvPr>
          <p:cNvSpPr>
            <a:spLocks noGrp="1"/>
          </p:cNvSpPr>
          <p:nvPr>
            <p:ph type="title"/>
          </p:nvPr>
        </p:nvSpPr>
        <p:spPr/>
        <p:txBody>
          <a:bodyPr/>
          <a:lstStyle/>
          <a:p>
            <a:endParaRPr lang="en-IN"/>
          </a:p>
        </p:txBody>
      </p:sp>
      <p:sp>
        <p:nvSpPr>
          <p:cNvPr id="3" name="Text Placeholder 2">
            <a:extLst>
              <a:ext uri="{FF2B5EF4-FFF2-40B4-BE49-F238E27FC236}">
                <a16:creationId xmlns:a16="http://schemas.microsoft.com/office/drawing/2014/main" id="{9424B826-A042-ADCF-9CE8-D3F66A75D0BE}"/>
              </a:ext>
            </a:extLst>
          </p:cNvPr>
          <p:cNvSpPr>
            <a:spLocks noGrp="1"/>
          </p:cNvSpPr>
          <p:nvPr>
            <p:ph type="body" idx="1"/>
          </p:nvPr>
        </p:nvSpPr>
        <p:spPr/>
        <p:txBody>
          <a:bodyPr/>
          <a:lstStyle/>
          <a:p>
            <a:endParaRPr lang="en-IN"/>
          </a:p>
        </p:txBody>
      </p:sp>
      <p:pic>
        <p:nvPicPr>
          <p:cNvPr id="5" name="Picture 4">
            <a:extLst>
              <a:ext uri="{FF2B5EF4-FFF2-40B4-BE49-F238E27FC236}">
                <a16:creationId xmlns:a16="http://schemas.microsoft.com/office/drawing/2014/main" id="{13CF7810-7B30-F07C-5E1B-C799F13ED640}"/>
              </a:ext>
            </a:extLst>
          </p:cNvPr>
          <p:cNvPicPr>
            <a:picLocks noChangeAspect="1"/>
          </p:cNvPicPr>
          <p:nvPr/>
        </p:nvPicPr>
        <p:blipFill>
          <a:blip r:embed="rId2"/>
          <a:stretch>
            <a:fillRect/>
          </a:stretch>
        </p:blipFill>
        <p:spPr>
          <a:xfrm>
            <a:off x="0" y="1102171"/>
            <a:ext cx="10080625" cy="5355332"/>
          </a:xfrm>
          <a:prstGeom prst="rect">
            <a:avLst/>
          </a:prstGeom>
        </p:spPr>
      </p:pic>
    </p:spTree>
    <p:extLst>
      <p:ext uri="{BB962C8B-B14F-4D97-AF65-F5344CB8AC3E}">
        <p14:creationId xmlns:p14="http://schemas.microsoft.com/office/powerpoint/2010/main" val="373734891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571690-DA2A-8E93-469F-B7BE9655E091}"/>
              </a:ext>
            </a:extLst>
          </p:cNvPr>
          <p:cNvSpPr>
            <a:spLocks noGrp="1"/>
          </p:cNvSpPr>
          <p:nvPr>
            <p:ph type="title"/>
          </p:nvPr>
        </p:nvSpPr>
        <p:spPr/>
        <p:txBody>
          <a:bodyPr/>
          <a:lstStyle/>
          <a:p>
            <a:endParaRPr lang="en-IN"/>
          </a:p>
        </p:txBody>
      </p:sp>
      <p:sp>
        <p:nvSpPr>
          <p:cNvPr id="3" name="Text Placeholder 2">
            <a:extLst>
              <a:ext uri="{FF2B5EF4-FFF2-40B4-BE49-F238E27FC236}">
                <a16:creationId xmlns:a16="http://schemas.microsoft.com/office/drawing/2014/main" id="{235700FD-070F-3619-2F79-904A4AB07045}"/>
              </a:ext>
            </a:extLst>
          </p:cNvPr>
          <p:cNvSpPr>
            <a:spLocks noGrp="1"/>
          </p:cNvSpPr>
          <p:nvPr>
            <p:ph type="body" idx="1"/>
          </p:nvPr>
        </p:nvSpPr>
        <p:spPr/>
        <p:txBody>
          <a:bodyPr/>
          <a:lstStyle/>
          <a:p>
            <a:endParaRPr lang="en-IN"/>
          </a:p>
        </p:txBody>
      </p:sp>
      <p:pic>
        <p:nvPicPr>
          <p:cNvPr id="5" name="Picture 4">
            <a:extLst>
              <a:ext uri="{FF2B5EF4-FFF2-40B4-BE49-F238E27FC236}">
                <a16:creationId xmlns:a16="http://schemas.microsoft.com/office/drawing/2014/main" id="{392018B6-4AC6-0E92-1044-4D5E99553F7C}"/>
              </a:ext>
            </a:extLst>
          </p:cNvPr>
          <p:cNvPicPr>
            <a:picLocks noChangeAspect="1"/>
          </p:cNvPicPr>
          <p:nvPr/>
        </p:nvPicPr>
        <p:blipFill>
          <a:blip r:embed="rId2"/>
          <a:stretch>
            <a:fillRect/>
          </a:stretch>
        </p:blipFill>
        <p:spPr>
          <a:xfrm>
            <a:off x="0" y="1102171"/>
            <a:ext cx="10080625" cy="5355332"/>
          </a:xfrm>
          <a:prstGeom prst="rect">
            <a:avLst/>
          </a:prstGeom>
        </p:spPr>
      </p:pic>
    </p:spTree>
    <p:extLst>
      <p:ext uri="{BB962C8B-B14F-4D97-AF65-F5344CB8AC3E}">
        <p14:creationId xmlns:p14="http://schemas.microsoft.com/office/powerpoint/2010/main" val="183843568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405602-1AFB-D34D-B5AD-B9365B308F27}"/>
              </a:ext>
            </a:extLst>
          </p:cNvPr>
          <p:cNvSpPr>
            <a:spLocks noGrp="1"/>
          </p:cNvSpPr>
          <p:nvPr>
            <p:ph type="title"/>
          </p:nvPr>
        </p:nvSpPr>
        <p:spPr/>
        <p:txBody>
          <a:bodyPr/>
          <a:lstStyle/>
          <a:p>
            <a:endParaRPr lang="en-IN"/>
          </a:p>
        </p:txBody>
      </p:sp>
      <p:sp>
        <p:nvSpPr>
          <p:cNvPr id="3" name="Text Placeholder 2">
            <a:extLst>
              <a:ext uri="{FF2B5EF4-FFF2-40B4-BE49-F238E27FC236}">
                <a16:creationId xmlns:a16="http://schemas.microsoft.com/office/drawing/2014/main" id="{A2119C85-6BB0-EF96-4822-C3A52EC69CB9}"/>
              </a:ext>
            </a:extLst>
          </p:cNvPr>
          <p:cNvSpPr>
            <a:spLocks noGrp="1"/>
          </p:cNvSpPr>
          <p:nvPr>
            <p:ph type="body" idx="1"/>
          </p:nvPr>
        </p:nvSpPr>
        <p:spPr/>
        <p:txBody>
          <a:bodyPr/>
          <a:lstStyle/>
          <a:p>
            <a:endParaRPr lang="en-IN"/>
          </a:p>
        </p:txBody>
      </p:sp>
      <p:pic>
        <p:nvPicPr>
          <p:cNvPr id="5" name="Picture 4">
            <a:extLst>
              <a:ext uri="{FF2B5EF4-FFF2-40B4-BE49-F238E27FC236}">
                <a16:creationId xmlns:a16="http://schemas.microsoft.com/office/drawing/2014/main" id="{2673FF5B-1CA4-4CAF-5954-74AE3C37C591}"/>
              </a:ext>
            </a:extLst>
          </p:cNvPr>
          <p:cNvPicPr>
            <a:picLocks noChangeAspect="1"/>
          </p:cNvPicPr>
          <p:nvPr/>
        </p:nvPicPr>
        <p:blipFill>
          <a:blip r:embed="rId2"/>
          <a:stretch>
            <a:fillRect/>
          </a:stretch>
        </p:blipFill>
        <p:spPr>
          <a:xfrm>
            <a:off x="0" y="1102171"/>
            <a:ext cx="10080625" cy="5355332"/>
          </a:xfrm>
          <a:prstGeom prst="rect">
            <a:avLst/>
          </a:prstGeom>
        </p:spPr>
      </p:pic>
    </p:spTree>
    <p:extLst>
      <p:ext uri="{BB962C8B-B14F-4D97-AF65-F5344CB8AC3E}">
        <p14:creationId xmlns:p14="http://schemas.microsoft.com/office/powerpoint/2010/main" val="85793346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61AD53-4353-D5C6-D6A6-1025B6FB94D8}"/>
              </a:ext>
            </a:extLst>
          </p:cNvPr>
          <p:cNvSpPr>
            <a:spLocks noGrp="1"/>
          </p:cNvSpPr>
          <p:nvPr>
            <p:ph type="title"/>
          </p:nvPr>
        </p:nvSpPr>
        <p:spPr/>
        <p:txBody>
          <a:bodyPr/>
          <a:lstStyle/>
          <a:p>
            <a:endParaRPr lang="en-IN"/>
          </a:p>
        </p:txBody>
      </p:sp>
      <p:sp>
        <p:nvSpPr>
          <p:cNvPr id="3" name="Text Placeholder 2">
            <a:extLst>
              <a:ext uri="{FF2B5EF4-FFF2-40B4-BE49-F238E27FC236}">
                <a16:creationId xmlns:a16="http://schemas.microsoft.com/office/drawing/2014/main" id="{617C9D9C-EC0B-12EB-748E-2C35872D0BCD}"/>
              </a:ext>
            </a:extLst>
          </p:cNvPr>
          <p:cNvSpPr>
            <a:spLocks noGrp="1"/>
          </p:cNvSpPr>
          <p:nvPr>
            <p:ph type="body" idx="1"/>
          </p:nvPr>
        </p:nvSpPr>
        <p:spPr/>
        <p:txBody>
          <a:bodyPr/>
          <a:lstStyle/>
          <a:p>
            <a:endParaRPr lang="en-IN"/>
          </a:p>
        </p:txBody>
      </p:sp>
      <p:pic>
        <p:nvPicPr>
          <p:cNvPr id="5" name="Picture 4">
            <a:extLst>
              <a:ext uri="{FF2B5EF4-FFF2-40B4-BE49-F238E27FC236}">
                <a16:creationId xmlns:a16="http://schemas.microsoft.com/office/drawing/2014/main" id="{4A92A0C7-EA5A-18CD-57B8-5E1F1C064A46}"/>
              </a:ext>
            </a:extLst>
          </p:cNvPr>
          <p:cNvPicPr>
            <a:picLocks noChangeAspect="1"/>
          </p:cNvPicPr>
          <p:nvPr/>
        </p:nvPicPr>
        <p:blipFill>
          <a:blip r:embed="rId2"/>
          <a:stretch>
            <a:fillRect/>
          </a:stretch>
        </p:blipFill>
        <p:spPr>
          <a:xfrm>
            <a:off x="0" y="1102171"/>
            <a:ext cx="10080625" cy="5355332"/>
          </a:xfrm>
          <a:prstGeom prst="rect">
            <a:avLst/>
          </a:prstGeom>
        </p:spPr>
      </p:pic>
    </p:spTree>
    <p:extLst>
      <p:ext uri="{BB962C8B-B14F-4D97-AF65-F5344CB8AC3E}">
        <p14:creationId xmlns:p14="http://schemas.microsoft.com/office/powerpoint/2010/main" val="62058510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F058DB-42C2-F458-5391-4F29A8A7A87C}"/>
              </a:ext>
            </a:extLst>
          </p:cNvPr>
          <p:cNvSpPr>
            <a:spLocks noGrp="1"/>
          </p:cNvSpPr>
          <p:nvPr>
            <p:ph type="title"/>
          </p:nvPr>
        </p:nvSpPr>
        <p:spPr/>
        <p:txBody>
          <a:bodyPr/>
          <a:lstStyle/>
          <a:p>
            <a:endParaRPr lang="en-IN"/>
          </a:p>
        </p:txBody>
      </p:sp>
      <p:sp>
        <p:nvSpPr>
          <p:cNvPr id="3" name="Text Placeholder 2">
            <a:extLst>
              <a:ext uri="{FF2B5EF4-FFF2-40B4-BE49-F238E27FC236}">
                <a16:creationId xmlns:a16="http://schemas.microsoft.com/office/drawing/2014/main" id="{3F274AB8-A063-E2DC-D522-ECEE9BBEFE1B}"/>
              </a:ext>
            </a:extLst>
          </p:cNvPr>
          <p:cNvSpPr>
            <a:spLocks noGrp="1"/>
          </p:cNvSpPr>
          <p:nvPr>
            <p:ph type="body" idx="1"/>
          </p:nvPr>
        </p:nvSpPr>
        <p:spPr/>
        <p:txBody>
          <a:bodyPr/>
          <a:lstStyle/>
          <a:p>
            <a:endParaRPr lang="en-IN"/>
          </a:p>
        </p:txBody>
      </p:sp>
      <p:pic>
        <p:nvPicPr>
          <p:cNvPr id="5" name="Picture 4">
            <a:extLst>
              <a:ext uri="{FF2B5EF4-FFF2-40B4-BE49-F238E27FC236}">
                <a16:creationId xmlns:a16="http://schemas.microsoft.com/office/drawing/2014/main" id="{0BF56CF0-A67F-CDDD-08AE-4596E59D7CA4}"/>
              </a:ext>
            </a:extLst>
          </p:cNvPr>
          <p:cNvPicPr>
            <a:picLocks noChangeAspect="1"/>
          </p:cNvPicPr>
          <p:nvPr/>
        </p:nvPicPr>
        <p:blipFill>
          <a:blip r:embed="rId2"/>
          <a:stretch>
            <a:fillRect/>
          </a:stretch>
        </p:blipFill>
        <p:spPr>
          <a:xfrm>
            <a:off x="0" y="1102171"/>
            <a:ext cx="10080625" cy="5355332"/>
          </a:xfrm>
          <a:prstGeom prst="rect">
            <a:avLst/>
          </a:prstGeom>
        </p:spPr>
      </p:pic>
    </p:spTree>
    <p:extLst>
      <p:ext uri="{BB962C8B-B14F-4D97-AF65-F5344CB8AC3E}">
        <p14:creationId xmlns:p14="http://schemas.microsoft.com/office/powerpoint/2010/main" val="395970679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4C3283-9982-E62E-37FD-8F97972489C4}"/>
              </a:ext>
            </a:extLst>
          </p:cNvPr>
          <p:cNvSpPr>
            <a:spLocks noGrp="1"/>
          </p:cNvSpPr>
          <p:nvPr>
            <p:ph type="title"/>
          </p:nvPr>
        </p:nvSpPr>
        <p:spPr/>
        <p:txBody>
          <a:bodyPr/>
          <a:lstStyle/>
          <a:p>
            <a:endParaRPr lang="en-IN"/>
          </a:p>
        </p:txBody>
      </p:sp>
      <p:sp>
        <p:nvSpPr>
          <p:cNvPr id="3" name="Text Placeholder 2">
            <a:extLst>
              <a:ext uri="{FF2B5EF4-FFF2-40B4-BE49-F238E27FC236}">
                <a16:creationId xmlns:a16="http://schemas.microsoft.com/office/drawing/2014/main" id="{BBE51470-0F4B-9E45-0C59-4CEE0C1064D9}"/>
              </a:ext>
            </a:extLst>
          </p:cNvPr>
          <p:cNvSpPr>
            <a:spLocks noGrp="1"/>
          </p:cNvSpPr>
          <p:nvPr>
            <p:ph type="body" idx="1"/>
          </p:nvPr>
        </p:nvSpPr>
        <p:spPr/>
        <p:txBody>
          <a:bodyPr/>
          <a:lstStyle/>
          <a:p>
            <a:endParaRPr lang="en-IN"/>
          </a:p>
        </p:txBody>
      </p:sp>
      <p:pic>
        <p:nvPicPr>
          <p:cNvPr id="5" name="Picture 4">
            <a:extLst>
              <a:ext uri="{FF2B5EF4-FFF2-40B4-BE49-F238E27FC236}">
                <a16:creationId xmlns:a16="http://schemas.microsoft.com/office/drawing/2014/main" id="{ADB98D00-4C3B-FB2F-85E6-BDBEB7A1F48E}"/>
              </a:ext>
            </a:extLst>
          </p:cNvPr>
          <p:cNvPicPr>
            <a:picLocks noChangeAspect="1"/>
          </p:cNvPicPr>
          <p:nvPr/>
        </p:nvPicPr>
        <p:blipFill>
          <a:blip r:embed="rId2"/>
          <a:stretch>
            <a:fillRect/>
          </a:stretch>
        </p:blipFill>
        <p:spPr>
          <a:xfrm>
            <a:off x="0" y="1102171"/>
            <a:ext cx="10080625" cy="5355332"/>
          </a:xfrm>
          <a:prstGeom prst="rect">
            <a:avLst/>
          </a:prstGeom>
        </p:spPr>
      </p:pic>
    </p:spTree>
    <p:extLst>
      <p:ext uri="{BB962C8B-B14F-4D97-AF65-F5344CB8AC3E}">
        <p14:creationId xmlns:p14="http://schemas.microsoft.com/office/powerpoint/2010/main" val="367984403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BB0FDC-FE80-4700-436B-FBA1F427D068}"/>
              </a:ext>
            </a:extLst>
          </p:cNvPr>
          <p:cNvSpPr>
            <a:spLocks noGrp="1"/>
          </p:cNvSpPr>
          <p:nvPr>
            <p:ph type="title"/>
          </p:nvPr>
        </p:nvSpPr>
        <p:spPr/>
        <p:txBody>
          <a:bodyPr/>
          <a:lstStyle/>
          <a:p>
            <a:endParaRPr lang="en-IN"/>
          </a:p>
        </p:txBody>
      </p:sp>
      <p:sp>
        <p:nvSpPr>
          <p:cNvPr id="3" name="Text Placeholder 2">
            <a:extLst>
              <a:ext uri="{FF2B5EF4-FFF2-40B4-BE49-F238E27FC236}">
                <a16:creationId xmlns:a16="http://schemas.microsoft.com/office/drawing/2014/main" id="{BCC7CA1B-18BE-3310-E4DE-03A89828EE9C}"/>
              </a:ext>
            </a:extLst>
          </p:cNvPr>
          <p:cNvSpPr>
            <a:spLocks noGrp="1"/>
          </p:cNvSpPr>
          <p:nvPr>
            <p:ph type="body" idx="1"/>
          </p:nvPr>
        </p:nvSpPr>
        <p:spPr/>
        <p:txBody>
          <a:bodyPr/>
          <a:lstStyle/>
          <a:p>
            <a:endParaRPr lang="en-IN"/>
          </a:p>
        </p:txBody>
      </p:sp>
      <p:pic>
        <p:nvPicPr>
          <p:cNvPr id="5" name="Picture 4">
            <a:extLst>
              <a:ext uri="{FF2B5EF4-FFF2-40B4-BE49-F238E27FC236}">
                <a16:creationId xmlns:a16="http://schemas.microsoft.com/office/drawing/2014/main" id="{351CC3A9-D6B6-FC71-654B-B290E72E6786}"/>
              </a:ext>
            </a:extLst>
          </p:cNvPr>
          <p:cNvPicPr>
            <a:picLocks noChangeAspect="1"/>
          </p:cNvPicPr>
          <p:nvPr/>
        </p:nvPicPr>
        <p:blipFill>
          <a:blip r:embed="rId2"/>
          <a:stretch>
            <a:fillRect/>
          </a:stretch>
        </p:blipFill>
        <p:spPr>
          <a:xfrm>
            <a:off x="0" y="1102171"/>
            <a:ext cx="10080625" cy="5355332"/>
          </a:xfrm>
          <a:prstGeom prst="rect">
            <a:avLst/>
          </a:prstGeom>
        </p:spPr>
      </p:pic>
    </p:spTree>
    <p:extLst>
      <p:ext uri="{BB962C8B-B14F-4D97-AF65-F5344CB8AC3E}">
        <p14:creationId xmlns:p14="http://schemas.microsoft.com/office/powerpoint/2010/main" val="376651619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AD9403-827A-AEFB-8D4C-9B8EA4ACB2EB}"/>
              </a:ext>
            </a:extLst>
          </p:cNvPr>
          <p:cNvSpPr>
            <a:spLocks noGrp="1"/>
          </p:cNvSpPr>
          <p:nvPr>
            <p:ph type="title"/>
          </p:nvPr>
        </p:nvSpPr>
        <p:spPr/>
        <p:txBody>
          <a:bodyPr/>
          <a:lstStyle/>
          <a:p>
            <a:endParaRPr lang="en-IN"/>
          </a:p>
        </p:txBody>
      </p:sp>
      <p:sp>
        <p:nvSpPr>
          <p:cNvPr id="3" name="Text Placeholder 2">
            <a:extLst>
              <a:ext uri="{FF2B5EF4-FFF2-40B4-BE49-F238E27FC236}">
                <a16:creationId xmlns:a16="http://schemas.microsoft.com/office/drawing/2014/main" id="{14488DC5-ED76-63E2-A63C-688C36948824}"/>
              </a:ext>
            </a:extLst>
          </p:cNvPr>
          <p:cNvSpPr>
            <a:spLocks noGrp="1"/>
          </p:cNvSpPr>
          <p:nvPr>
            <p:ph type="body" idx="1"/>
          </p:nvPr>
        </p:nvSpPr>
        <p:spPr/>
        <p:txBody>
          <a:bodyPr/>
          <a:lstStyle/>
          <a:p>
            <a:endParaRPr lang="en-IN"/>
          </a:p>
        </p:txBody>
      </p:sp>
      <p:pic>
        <p:nvPicPr>
          <p:cNvPr id="5" name="Picture 4">
            <a:extLst>
              <a:ext uri="{FF2B5EF4-FFF2-40B4-BE49-F238E27FC236}">
                <a16:creationId xmlns:a16="http://schemas.microsoft.com/office/drawing/2014/main" id="{31AA401B-91CF-DFB9-EA79-D05851826CF9}"/>
              </a:ext>
            </a:extLst>
          </p:cNvPr>
          <p:cNvPicPr>
            <a:picLocks noChangeAspect="1"/>
          </p:cNvPicPr>
          <p:nvPr/>
        </p:nvPicPr>
        <p:blipFill>
          <a:blip r:embed="rId2"/>
          <a:stretch>
            <a:fillRect/>
          </a:stretch>
        </p:blipFill>
        <p:spPr>
          <a:xfrm>
            <a:off x="0" y="1102171"/>
            <a:ext cx="10080625" cy="5355332"/>
          </a:xfrm>
          <a:prstGeom prst="rect">
            <a:avLst/>
          </a:prstGeom>
        </p:spPr>
      </p:pic>
    </p:spTree>
    <p:extLst>
      <p:ext uri="{BB962C8B-B14F-4D97-AF65-F5344CB8AC3E}">
        <p14:creationId xmlns:p14="http://schemas.microsoft.com/office/powerpoint/2010/main" val="97568842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CB227B-B0F7-866B-9C9B-F599519C2761}"/>
              </a:ext>
            </a:extLst>
          </p:cNvPr>
          <p:cNvSpPr>
            <a:spLocks noGrp="1"/>
          </p:cNvSpPr>
          <p:nvPr>
            <p:ph type="title"/>
          </p:nvPr>
        </p:nvSpPr>
        <p:spPr/>
        <p:txBody>
          <a:bodyPr/>
          <a:lstStyle/>
          <a:p>
            <a:endParaRPr lang="en-IN"/>
          </a:p>
        </p:txBody>
      </p:sp>
      <p:sp>
        <p:nvSpPr>
          <p:cNvPr id="3" name="Text Placeholder 2">
            <a:extLst>
              <a:ext uri="{FF2B5EF4-FFF2-40B4-BE49-F238E27FC236}">
                <a16:creationId xmlns:a16="http://schemas.microsoft.com/office/drawing/2014/main" id="{53FB2BFB-E8A1-5A6D-2C8A-0EC0A822FFB5}"/>
              </a:ext>
            </a:extLst>
          </p:cNvPr>
          <p:cNvSpPr>
            <a:spLocks noGrp="1"/>
          </p:cNvSpPr>
          <p:nvPr>
            <p:ph type="body" idx="1"/>
          </p:nvPr>
        </p:nvSpPr>
        <p:spPr/>
        <p:txBody>
          <a:bodyPr/>
          <a:lstStyle/>
          <a:p>
            <a:endParaRPr lang="en-IN"/>
          </a:p>
        </p:txBody>
      </p:sp>
      <p:pic>
        <p:nvPicPr>
          <p:cNvPr id="5" name="Picture 4">
            <a:extLst>
              <a:ext uri="{FF2B5EF4-FFF2-40B4-BE49-F238E27FC236}">
                <a16:creationId xmlns:a16="http://schemas.microsoft.com/office/drawing/2014/main" id="{9A6E8DD3-9C97-34D9-B41D-DB1B1C55052E}"/>
              </a:ext>
            </a:extLst>
          </p:cNvPr>
          <p:cNvPicPr>
            <a:picLocks noChangeAspect="1"/>
          </p:cNvPicPr>
          <p:nvPr/>
        </p:nvPicPr>
        <p:blipFill>
          <a:blip r:embed="rId2"/>
          <a:stretch>
            <a:fillRect/>
          </a:stretch>
        </p:blipFill>
        <p:spPr>
          <a:xfrm>
            <a:off x="0" y="1102171"/>
            <a:ext cx="10080625" cy="5355332"/>
          </a:xfrm>
          <a:prstGeom prst="rect">
            <a:avLst/>
          </a:prstGeom>
        </p:spPr>
      </p:pic>
    </p:spTree>
    <p:extLst>
      <p:ext uri="{BB962C8B-B14F-4D97-AF65-F5344CB8AC3E}">
        <p14:creationId xmlns:p14="http://schemas.microsoft.com/office/powerpoint/2010/main" val="143500790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2A3E4A-AA1B-B50E-AD0D-E385046D9B1F}"/>
              </a:ext>
            </a:extLst>
          </p:cNvPr>
          <p:cNvSpPr>
            <a:spLocks noGrp="1"/>
          </p:cNvSpPr>
          <p:nvPr>
            <p:ph type="title"/>
          </p:nvPr>
        </p:nvSpPr>
        <p:spPr/>
        <p:txBody>
          <a:bodyPr/>
          <a:lstStyle/>
          <a:p>
            <a:endParaRPr lang="en-IN"/>
          </a:p>
        </p:txBody>
      </p:sp>
      <p:sp>
        <p:nvSpPr>
          <p:cNvPr id="3" name="Text Placeholder 2">
            <a:extLst>
              <a:ext uri="{FF2B5EF4-FFF2-40B4-BE49-F238E27FC236}">
                <a16:creationId xmlns:a16="http://schemas.microsoft.com/office/drawing/2014/main" id="{76CC7E61-6CEE-F570-90C8-6756EE9BBB92}"/>
              </a:ext>
            </a:extLst>
          </p:cNvPr>
          <p:cNvSpPr>
            <a:spLocks noGrp="1"/>
          </p:cNvSpPr>
          <p:nvPr>
            <p:ph type="body" idx="1"/>
          </p:nvPr>
        </p:nvSpPr>
        <p:spPr/>
        <p:txBody>
          <a:bodyPr/>
          <a:lstStyle/>
          <a:p>
            <a:endParaRPr lang="en-IN"/>
          </a:p>
        </p:txBody>
      </p:sp>
      <p:pic>
        <p:nvPicPr>
          <p:cNvPr id="5" name="Picture 4">
            <a:extLst>
              <a:ext uri="{FF2B5EF4-FFF2-40B4-BE49-F238E27FC236}">
                <a16:creationId xmlns:a16="http://schemas.microsoft.com/office/drawing/2014/main" id="{61638107-726C-9998-76B0-CBEE7ECB8419}"/>
              </a:ext>
            </a:extLst>
          </p:cNvPr>
          <p:cNvPicPr>
            <a:picLocks noChangeAspect="1"/>
          </p:cNvPicPr>
          <p:nvPr/>
        </p:nvPicPr>
        <p:blipFill>
          <a:blip r:embed="rId2"/>
          <a:stretch>
            <a:fillRect/>
          </a:stretch>
        </p:blipFill>
        <p:spPr>
          <a:xfrm>
            <a:off x="0" y="1102171"/>
            <a:ext cx="10080625" cy="5355332"/>
          </a:xfrm>
          <a:prstGeom prst="rect">
            <a:avLst/>
          </a:prstGeom>
        </p:spPr>
      </p:pic>
    </p:spTree>
    <p:extLst>
      <p:ext uri="{BB962C8B-B14F-4D97-AF65-F5344CB8AC3E}">
        <p14:creationId xmlns:p14="http://schemas.microsoft.com/office/powerpoint/2010/main" val="202150310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A07F08-9C0B-4186-0ADA-C0B6FC883BF5}"/>
              </a:ext>
            </a:extLst>
          </p:cNvPr>
          <p:cNvSpPr>
            <a:spLocks noGrp="1"/>
          </p:cNvSpPr>
          <p:nvPr>
            <p:ph type="title"/>
          </p:nvPr>
        </p:nvSpPr>
        <p:spPr/>
        <p:txBody>
          <a:bodyPr/>
          <a:lstStyle/>
          <a:p>
            <a:endParaRPr lang="en-IN"/>
          </a:p>
        </p:txBody>
      </p:sp>
      <p:sp>
        <p:nvSpPr>
          <p:cNvPr id="3" name="Text Placeholder 2">
            <a:extLst>
              <a:ext uri="{FF2B5EF4-FFF2-40B4-BE49-F238E27FC236}">
                <a16:creationId xmlns:a16="http://schemas.microsoft.com/office/drawing/2014/main" id="{3A93DA4A-3E7E-8730-8B56-6E6D210E0961}"/>
              </a:ext>
            </a:extLst>
          </p:cNvPr>
          <p:cNvSpPr>
            <a:spLocks noGrp="1"/>
          </p:cNvSpPr>
          <p:nvPr>
            <p:ph type="body" idx="1"/>
          </p:nvPr>
        </p:nvSpPr>
        <p:spPr/>
        <p:txBody>
          <a:bodyPr/>
          <a:lstStyle/>
          <a:p>
            <a:endParaRPr lang="en-IN"/>
          </a:p>
        </p:txBody>
      </p:sp>
      <p:pic>
        <p:nvPicPr>
          <p:cNvPr id="5" name="Picture 4">
            <a:extLst>
              <a:ext uri="{FF2B5EF4-FFF2-40B4-BE49-F238E27FC236}">
                <a16:creationId xmlns:a16="http://schemas.microsoft.com/office/drawing/2014/main" id="{F63B6515-ED8C-D782-AD71-8487B060F858}"/>
              </a:ext>
            </a:extLst>
          </p:cNvPr>
          <p:cNvPicPr>
            <a:picLocks noChangeAspect="1"/>
          </p:cNvPicPr>
          <p:nvPr/>
        </p:nvPicPr>
        <p:blipFill>
          <a:blip r:embed="rId2"/>
          <a:stretch>
            <a:fillRect/>
          </a:stretch>
        </p:blipFill>
        <p:spPr>
          <a:xfrm>
            <a:off x="0" y="1102171"/>
            <a:ext cx="10080625" cy="5355332"/>
          </a:xfrm>
          <a:prstGeom prst="rect">
            <a:avLst/>
          </a:prstGeom>
        </p:spPr>
      </p:pic>
    </p:spTree>
    <p:extLst>
      <p:ext uri="{BB962C8B-B14F-4D97-AF65-F5344CB8AC3E}">
        <p14:creationId xmlns:p14="http://schemas.microsoft.com/office/powerpoint/2010/main" val="42917609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9963F5-F8DB-68B9-00BF-9A9B87E3B8D9}"/>
              </a:ext>
            </a:extLst>
          </p:cNvPr>
          <p:cNvSpPr>
            <a:spLocks noGrp="1"/>
          </p:cNvSpPr>
          <p:nvPr>
            <p:ph type="title"/>
          </p:nvPr>
        </p:nvSpPr>
        <p:spPr/>
        <p:txBody>
          <a:bodyPr/>
          <a:lstStyle/>
          <a:p>
            <a:endParaRPr lang="en-IN"/>
          </a:p>
        </p:txBody>
      </p:sp>
      <p:sp>
        <p:nvSpPr>
          <p:cNvPr id="3" name="Text Placeholder 2">
            <a:extLst>
              <a:ext uri="{FF2B5EF4-FFF2-40B4-BE49-F238E27FC236}">
                <a16:creationId xmlns:a16="http://schemas.microsoft.com/office/drawing/2014/main" id="{B2B0C953-C271-7B3A-B298-2A2C56D6D5B1}"/>
              </a:ext>
            </a:extLst>
          </p:cNvPr>
          <p:cNvSpPr>
            <a:spLocks noGrp="1"/>
          </p:cNvSpPr>
          <p:nvPr>
            <p:ph type="body" idx="1"/>
          </p:nvPr>
        </p:nvSpPr>
        <p:spPr/>
        <p:txBody>
          <a:bodyPr/>
          <a:lstStyle/>
          <a:p>
            <a:endParaRPr lang="en-IN"/>
          </a:p>
        </p:txBody>
      </p:sp>
      <p:pic>
        <p:nvPicPr>
          <p:cNvPr id="5" name="Picture 4">
            <a:extLst>
              <a:ext uri="{FF2B5EF4-FFF2-40B4-BE49-F238E27FC236}">
                <a16:creationId xmlns:a16="http://schemas.microsoft.com/office/drawing/2014/main" id="{97BBA5FB-5070-D4C9-22BA-2DD8698982AA}"/>
              </a:ext>
            </a:extLst>
          </p:cNvPr>
          <p:cNvPicPr>
            <a:picLocks noChangeAspect="1"/>
          </p:cNvPicPr>
          <p:nvPr/>
        </p:nvPicPr>
        <p:blipFill>
          <a:blip r:embed="rId2"/>
          <a:stretch>
            <a:fillRect/>
          </a:stretch>
        </p:blipFill>
        <p:spPr>
          <a:xfrm>
            <a:off x="0" y="1102171"/>
            <a:ext cx="10080625" cy="5355332"/>
          </a:xfrm>
          <a:prstGeom prst="rect">
            <a:avLst/>
          </a:prstGeom>
        </p:spPr>
      </p:pic>
    </p:spTree>
    <p:extLst>
      <p:ext uri="{BB962C8B-B14F-4D97-AF65-F5344CB8AC3E}">
        <p14:creationId xmlns:p14="http://schemas.microsoft.com/office/powerpoint/2010/main" val="347292019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525B9A-BF45-E142-E90D-0B811C3F2ADE}"/>
              </a:ext>
            </a:extLst>
          </p:cNvPr>
          <p:cNvSpPr>
            <a:spLocks noGrp="1"/>
          </p:cNvSpPr>
          <p:nvPr>
            <p:ph type="title"/>
          </p:nvPr>
        </p:nvSpPr>
        <p:spPr/>
        <p:txBody>
          <a:bodyPr/>
          <a:lstStyle/>
          <a:p>
            <a:endParaRPr lang="en-IN"/>
          </a:p>
        </p:txBody>
      </p:sp>
      <p:sp>
        <p:nvSpPr>
          <p:cNvPr id="3" name="Text Placeholder 2">
            <a:extLst>
              <a:ext uri="{FF2B5EF4-FFF2-40B4-BE49-F238E27FC236}">
                <a16:creationId xmlns:a16="http://schemas.microsoft.com/office/drawing/2014/main" id="{1017AA83-9CC5-8811-1B60-BBB2B764AA37}"/>
              </a:ext>
            </a:extLst>
          </p:cNvPr>
          <p:cNvSpPr>
            <a:spLocks noGrp="1"/>
          </p:cNvSpPr>
          <p:nvPr>
            <p:ph type="body" idx="1"/>
          </p:nvPr>
        </p:nvSpPr>
        <p:spPr/>
        <p:txBody>
          <a:bodyPr/>
          <a:lstStyle/>
          <a:p>
            <a:endParaRPr lang="en-IN"/>
          </a:p>
        </p:txBody>
      </p:sp>
      <p:pic>
        <p:nvPicPr>
          <p:cNvPr id="5" name="Picture 4">
            <a:extLst>
              <a:ext uri="{FF2B5EF4-FFF2-40B4-BE49-F238E27FC236}">
                <a16:creationId xmlns:a16="http://schemas.microsoft.com/office/drawing/2014/main" id="{527B020E-D6A4-D31C-69CB-A1D036271C65}"/>
              </a:ext>
            </a:extLst>
          </p:cNvPr>
          <p:cNvPicPr>
            <a:picLocks noChangeAspect="1"/>
          </p:cNvPicPr>
          <p:nvPr/>
        </p:nvPicPr>
        <p:blipFill>
          <a:blip r:embed="rId2"/>
          <a:stretch>
            <a:fillRect/>
          </a:stretch>
        </p:blipFill>
        <p:spPr>
          <a:xfrm>
            <a:off x="0" y="1102171"/>
            <a:ext cx="10080625" cy="5355332"/>
          </a:xfrm>
          <a:prstGeom prst="rect">
            <a:avLst/>
          </a:prstGeom>
        </p:spPr>
      </p:pic>
    </p:spTree>
    <p:extLst>
      <p:ext uri="{BB962C8B-B14F-4D97-AF65-F5344CB8AC3E}">
        <p14:creationId xmlns:p14="http://schemas.microsoft.com/office/powerpoint/2010/main" val="405222494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D0E159-C08A-7F4A-1E2F-DB1C7C1E4052}"/>
              </a:ext>
            </a:extLst>
          </p:cNvPr>
          <p:cNvSpPr>
            <a:spLocks noGrp="1"/>
          </p:cNvSpPr>
          <p:nvPr>
            <p:ph type="title"/>
          </p:nvPr>
        </p:nvSpPr>
        <p:spPr/>
        <p:txBody>
          <a:bodyPr/>
          <a:lstStyle/>
          <a:p>
            <a:endParaRPr lang="en-IN"/>
          </a:p>
        </p:txBody>
      </p:sp>
      <p:sp>
        <p:nvSpPr>
          <p:cNvPr id="3" name="Text Placeholder 2">
            <a:extLst>
              <a:ext uri="{FF2B5EF4-FFF2-40B4-BE49-F238E27FC236}">
                <a16:creationId xmlns:a16="http://schemas.microsoft.com/office/drawing/2014/main" id="{2943B33A-48A7-70D7-769A-A22B28583E2B}"/>
              </a:ext>
            </a:extLst>
          </p:cNvPr>
          <p:cNvSpPr>
            <a:spLocks noGrp="1"/>
          </p:cNvSpPr>
          <p:nvPr>
            <p:ph type="body" idx="1"/>
          </p:nvPr>
        </p:nvSpPr>
        <p:spPr/>
        <p:txBody>
          <a:bodyPr/>
          <a:lstStyle/>
          <a:p>
            <a:endParaRPr lang="en-IN"/>
          </a:p>
        </p:txBody>
      </p:sp>
      <p:pic>
        <p:nvPicPr>
          <p:cNvPr id="5" name="Picture 4">
            <a:extLst>
              <a:ext uri="{FF2B5EF4-FFF2-40B4-BE49-F238E27FC236}">
                <a16:creationId xmlns:a16="http://schemas.microsoft.com/office/drawing/2014/main" id="{B3A0C5C5-32E0-8182-C10D-1A3EC6CAC89C}"/>
              </a:ext>
            </a:extLst>
          </p:cNvPr>
          <p:cNvPicPr>
            <a:picLocks noChangeAspect="1"/>
          </p:cNvPicPr>
          <p:nvPr/>
        </p:nvPicPr>
        <p:blipFill>
          <a:blip r:embed="rId2"/>
          <a:stretch>
            <a:fillRect/>
          </a:stretch>
        </p:blipFill>
        <p:spPr>
          <a:xfrm>
            <a:off x="0" y="1102171"/>
            <a:ext cx="10080625" cy="5355332"/>
          </a:xfrm>
          <a:prstGeom prst="rect">
            <a:avLst/>
          </a:prstGeom>
        </p:spPr>
      </p:pic>
    </p:spTree>
    <p:extLst>
      <p:ext uri="{BB962C8B-B14F-4D97-AF65-F5344CB8AC3E}">
        <p14:creationId xmlns:p14="http://schemas.microsoft.com/office/powerpoint/2010/main" val="78156136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FBEBD2-3E01-3272-5BCE-548DD8EA769D}"/>
              </a:ext>
            </a:extLst>
          </p:cNvPr>
          <p:cNvSpPr>
            <a:spLocks noGrp="1"/>
          </p:cNvSpPr>
          <p:nvPr>
            <p:ph type="title"/>
          </p:nvPr>
        </p:nvSpPr>
        <p:spPr/>
        <p:txBody>
          <a:bodyPr/>
          <a:lstStyle/>
          <a:p>
            <a:endParaRPr lang="en-IN"/>
          </a:p>
        </p:txBody>
      </p:sp>
      <p:sp>
        <p:nvSpPr>
          <p:cNvPr id="3" name="Text Placeholder 2">
            <a:extLst>
              <a:ext uri="{FF2B5EF4-FFF2-40B4-BE49-F238E27FC236}">
                <a16:creationId xmlns:a16="http://schemas.microsoft.com/office/drawing/2014/main" id="{7852A78C-A230-E864-2DF9-EC1C87B6C8B3}"/>
              </a:ext>
            </a:extLst>
          </p:cNvPr>
          <p:cNvSpPr>
            <a:spLocks noGrp="1"/>
          </p:cNvSpPr>
          <p:nvPr>
            <p:ph type="body" idx="1"/>
          </p:nvPr>
        </p:nvSpPr>
        <p:spPr/>
        <p:txBody>
          <a:bodyPr/>
          <a:lstStyle/>
          <a:p>
            <a:endParaRPr lang="en-IN"/>
          </a:p>
        </p:txBody>
      </p:sp>
      <p:pic>
        <p:nvPicPr>
          <p:cNvPr id="5" name="Picture 4">
            <a:extLst>
              <a:ext uri="{FF2B5EF4-FFF2-40B4-BE49-F238E27FC236}">
                <a16:creationId xmlns:a16="http://schemas.microsoft.com/office/drawing/2014/main" id="{3C5AEF8D-58C9-D6C8-654E-8EA50D5F0001}"/>
              </a:ext>
            </a:extLst>
          </p:cNvPr>
          <p:cNvPicPr>
            <a:picLocks noChangeAspect="1"/>
          </p:cNvPicPr>
          <p:nvPr/>
        </p:nvPicPr>
        <p:blipFill>
          <a:blip r:embed="rId2"/>
          <a:stretch>
            <a:fillRect/>
          </a:stretch>
        </p:blipFill>
        <p:spPr>
          <a:xfrm>
            <a:off x="0" y="1102171"/>
            <a:ext cx="10080625" cy="5355332"/>
          </a:xfrm>
          <a:prstGeom prst="rect">
            <a:avLst/>
          </a:prstGeom>
        </p:spPr>
      </p:pic>
    </p:spTree>
    <p:extLst>
      <p:ext uri="{BB962C8B-B14F-4D97-AF65-F5344CB8AC3E}">
        <p14:creationId xmlns:p14="http://schemas.microsoft.com/office/powerpoint/2010/main" val="392011689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5DEF29-AE19-DCBA-728C-8572B4901F72}"/>
              </a:ext>
            </a:extLst>
          </p:cNvPr>
          <p:cNvSpPr>
            <a:spLocks noGrp="1"/>
          </p:cNvSpPr>
          <p:nvPr>
            <p:ph type="title"/>
          </p:nvPr>
        </p:nvSpPr>
        <p:spPr/>
        <p:txBody>
          <a:bodyPr/>
          <a:lstStyle/>
          <a:p>
            <a:endParaRPr lang="en-IN"/>
          </a:p>
        </p:txBody>
      </p:sp>
      <p:sp>
        <p:nvSpPr>
          <p:cNvPr id="3" name="Text Placeholder 2">
            <a:extLst>
              <a:ext uri="{FF2B5EF4-FFF2-40B4-BE49-F238E27FC236}">
                <a16:creationId xmlns:a16="http://schemas.microsoft.com/office/drawing/2014/main" id="{5B96597C-726F-8958-80EB-2355FDEBDD7B}"/>
              </a:ext>
            </a:extLst>
          </p:cNvPr>
          <p:cNvSpPr>
            <a:spLocks noGrp="1"/>
          </p:cNvSpPr>
          <p:nvPr>
            <p:ph type="body" idx="1"/>
          </p:nvPr>
        </p:nvSpPr>
        <p:spPr/>
        <p:txBody>
          <a:bodyPr/>
          <a:lstStyle/>
          <a:p>
            <a:endParaRPr lang="en-IN"/>
          </a:p>
        </p:txBody>
      </p:sp>
      <p:pic>
        <p:nvPicPr>
          <p:cNvPr id="5" name="Picture 4">
            <a:extLst>
              <a:ext uri="{FF2B5EF4-FFF2-40B4-BE49-F238E27FC236}">
                <a16:creationId xmlns:a16="http://schemas.microsoft.com/office/drawing/2014/main" id="{8CA2BB35-1284-6069-DFD4-E0BBCF431839}"/>
              </a:ext>
            </a:extLst>
          </p:cNvPr>
          <p:cNvPicPr>
            <a:picLocks noChangeAspect="1"/>
          </p:cNvPicPr>
          <p:nvPr/>
        </p:nvPicPr>
        <p:blipFill>
          <a:blip r:embed="rId2"/>
          <a:stretch>
            <a:fillRect/>
          </a:stretch>
        </p:blipFill>
        <p:spPr>
          <a:xfrm>
            <a:off x="0" y="1102171"/>
            <a:ext cx="10080625" cy="5355332"/>
          </a:xfrm>
          <a:prstGeom prst="rect">
            <a:avLst/>
          </a:prstGeom>
        </p:spPr>
      </p:pic>
    </p:spTree>
    <p:extLst>
      <p:ext uri="{BB962C8B-B14F-4D97-AF65-F5344CB8AC3E}">
        <p14:creationId xmlns:p14="http://schemas.microsoft.com/office/powerpoint/2010/main" val="425918013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006183-4551-7D8E-1D7F-1F1A01DC3E22}"/>
              </a:ext>
            </a:extLst>
          </p:cNvPr>
          <p:cNvSpPr>
            <a:spLocks noGrp="1"/>
          </p:cNvSpPr>
          <p:nvPr>
            <p:ph type="title"/>
          </p:nvPr>
        </p:nvSpPr>
        <p:spPr/>
        <p:txBody>
          <a:bodyPr/>
          <a:lstStyle/>
          <a:p>
            <a:endParaRPr lang="en-IN"/>
          </a:p>
        </p:txBody>
      </p:sp>
      <p:sp>
        <p:nvSpPr>
          <p:cNvPr id="3" name="Text Placeholder 2">
            <a:extLst>
              <a:ext uri="{FF2B5EF4-FFF2-40B4-BE49-F238E27FC236}">
                <a16:creationId xmlns:a16="http://schemas.microsoft.com/office/drawing/2014/main" id="{2D402B34-314A-AB1C-8503-64A71B3074B8}"/>
              </a:ext>
            </a:extLst>
          </p:cNvPr>
          <p:cNvSpPr>
            <a:spLocks noGrp="1"/>
          </p:cNvSpPr>
          <p:nvPr>
            <p:ph type="body" idx="1"/>
          </p:nvPr>
        </p:nvSpPr>
        <p:spPr/>
        <p:txBody>
          <a:bodyPr/>
          <a:lstStyle/>
          <a:p>
            <a:endParaRPr lang="en-IN"/>
          </a:p>
        </p:txBody>
      </p:sp>
      <p:pic>
        <p:nvPicPr>
          <p:cNvPr id="5" name="Picture 4">
            <a:extLst>
              <a:ext uri="{FF2B5EF4-FFF2-40B4-BE49-F238E27FC236}">
                <a16:creationId xmlns:a16="http://schemas.microsoft.com/office/drawing/2014/main" id="{40EDED46-643B-76C4-F55A-C33142AA4EA9}"/>
              </a:ext>
            </a:extLst>
          </p:cNvPr>
          <p:cNvPicPr>
            <a:picLocks noChangeAspect="1"/>
          </p:cNvPicPr>
          <p:nvPr/>
        </p:nvPicPr>
        <p:blipFill>
          <a:blip r:embed="rId2"/>
          <a:stretch>
            <a:fillRect/>
          </a:stretch>
        </p:blipFill>
        <p:spPr>
          <a:xfrm>
            <a:off x="0" y="1102171"/>
            <a:ext cx="10080625" cy="5355332"/>
          </a:xfrm>
          <a:prstGeom prst="rect">
            <a:avLst/>
          </a:prstGeom>
        </p:spPr>
      </p:pic>
    </p:spTree>
    <p:extLst>
      <p:ext uri="{BB962C8B-B14F-4D97-AF65-F5344CB8AC3E}">
        <p14:creationId xmlns:p14="http://schemas.microsoft.com/office/powerpoint/2010/main" val="395906766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7251B8-85FD-B1CB-51FF-2F1AC918EAED}"/>
              </a:ext>
            </a:extLst>
          </p:cNvPr>
          <p:cNvSpPr>
            <a:spLocks noGrp="1"/>
          </p:cNvSpPr>
          <p:nvPr>
            <p:ph type="title"/>
          </p:nvPr>
        </p:nvSpPr>
        <p:spPr/>
        <p:txBody>
          <a:bodyPr/>
          <a:lstStyle/>
          <a:p>
            <a:endParaRPr lang="en-IN"/>
          </a:p>
        </p:txBody>
      </p:sp>
      <p:sp>
        <p:nvSpPr>
          <p:cNvPr id="3" name="Text Placeholder 2">
            <a:extLst>
              <a:ext uri="{FF2B5EF4-FFF2-40B4-BE49-F238E27FC236}">
                <a16:creationId xmlns:a16="http://schemas.microsoft.com/office/drawing/2014/main" id="{28DB3612-C06E-4866-3C7C-E5F2F3D6EB77}"/>
              </a:ext>
            </a:extLst>
          </p:cNvPr>
          <p:cNvSpPr>
            <a:spLocks noGrp="1"/>
          </p:cNvSpPr>
          <p:nvPr>
            <p:ph type="body" idx="1"/>
          </p:nvPr>
        </p:nvSpPr>
        <p:spPr/>
        <p:txBody>
          <a:bodyPr/>
          <a:lstStyle/>
          <a:p>
            <a:endParaRPr lang="en-IN"/>
          </a:p>
        </p:txBody>
      </p:sp>
      <p:pic>
        <p:nvPicPr>
          <p:cNvPr id="5" name="Picture 4">
            <a:extLst>
              <a:ext uri="{FF2B5EF4-FFF2-40B4-BE49-F238E27FC236}">
                <a16:creationId xmlns:a16="http://schemas.microsoft.com/office/drawing/2014/main" id="{74A862AA-CF2D-66BD-4E68-CD98EBA1A267}"/>
              </a:ext>
            </a:extLst>
          </p:cNvPr>
          <p:cNvPicPr>
            <a:picLocks noChangeAspect="1"/>
          </p:cNvPicPr>
          <p:nvPr/>
        </p:nvPicPr>
        <p:blipFill>
          <a:blip r:embed="rId2"/>
          <a:stretch>
            <a:fillRect/>
          </a:stretch>
        </p:blipFill>
        <p:spPr>
          <a:xfrm>
            <a:off x="0" y="1102171"/>
            <a:ext cx="10080625" cy="5355332"/>
          </a:xfrm>
          <a:prstGeom prst="rect">
            <a:avLst/>
          </a:prstGeom>
        </p:spPr>
      </p:pic>
    </p:spTree>
    <p:extLst>
      <p:ext uri="{BB962C8B-B14F-4D97-AF65-F5344CB8AC3E}">
        <p14:creationId xmlns:p14="http://schemas.microsoft.com/office/powerpoint/2010/main" val="382789762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45"/>
        <p:cNvGrpSpPr/>
        <p:nvPr/>
      </p:nvGrpSpPr>
      <p:grpSpPr>
        <a:xfrm>
          <a:off x="0" y="0"/>
          <a:ext cx="0" cy="0"/>
          <a:chOff x="0" y="0"/>
          <a:chExt cx="0" cy="0"/>
        </a:xfrm>
      </p:grpSpPr>
      <p:sp>
        <p:nvSpPr>
          <p:cNvPr id="246" name="Google Shape;246;p32"/>
          <p:cNvSpPr txBox="1"/>
          <p:nvPr/>
        </p:nvSpPr>
        <p:spPr>
          <a:xfrm>
            <a:off x="419549" y="301625"/>
            <a:ext cx="9154664" cy="1262062"/>
          </a:xfrm>
          <a:prstGeom prst="rect">
            <a:avLst/>
          </a:prstGeom>
          <a:noFill/>
          <a:ln>
            <a:noFill/>
          </a:ln>
        </p:spPr>
        <p:txBody>
          <a:bodyPr spcFirstLastPara="1" wrap="square" lIns="0" tIns="31675" rIns="0" bIns="0" anchor="ctr" anchorCtr="0">
            <a:noAutofit/>
          </a:bodyPr>
          <a:lstStyle/>
          <a:p>
            <a:pPr marL="0" marR="0" lvl="0" indent="0" algn="just" rtl="0">
              <a:lnSpc>
                <a:spcPct val="150000"/>
              </a:lnSpc>
              <a:spcBef>
                <a:spcPts val="0"/>
              </a:spcBef>
              <a:spcAft>
                <a:spcPts val="0"/>
              </a:spcAft>
              <a:buClr>
                <a:schemeClr val="dk1"/>
              </a:buClr>
              <a:buSzPts val="3600"/>
              <a:buFont typeface="Times New Roman"/>
              <a:buNone/>
            </a:pPr>
            <a:r>
              <a:rPr lang="en-US" sz="3600" b="1" i="0" u="none">
                <a:solidFill>
                  <a:schemeClr val="dk1"/>
                </a:solidFill>
                <a:latin typeface="Times New Roman"/>
                <a:ea typeface="Times New Roman"/>
                <a:cs typeface="Times New Roman"/>
                <a:sym typeface="Times New Roman"/>
              </a:rPr>
              <a:t>Results &amp; Analysis</a:t>
            </a:r>
            <a:endParaRPr/>
          </a:p>
        </p:txBody>
      </p:sp>
      <p:sp>
        <p:nvSpPr>
          <p:cNvPr id="247" name="Google Shape;247;p32"/>
          <p:cNvSpPr txBox="1"/>
          <p:nvPr/>
        </p:nvSpPr>
        <p:spPr>
          <a:xfrm>
            <a:off x="503237" y="1563687"/>
            <a:ext cx="9070975" cy="5194300"/>
          </a:xfrm>
          <a:prstGeom prst="rect">
            <a:avLst/>
          </a:prstGeom>
          <a:noFill/>
          <a:ln>
            <a:noFill/>
          </a:ln>
        </p:spPr>
        <p:txBody>
          <a:bodyPr spcFirstLastPara="1" wrap="square" lIns="0" tIns="21225" rIns="0" bIns="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Trebuchet MS"/>
              <a:ea typeface="Trebuchet MS"/>
              <a:cs typeface="Trebuchet MS"/>
              <a:sym typeface="Trebuchet MS"/>
            </a:endParaRPr>
          </a:p>
        </p:txBody>
      </p:sp>
      <p:sp>
        <p:nvSpPr>
          <p:cNvPr id="248" name="Google Shape;248;p32"/>
          <p:cNvSpPr txBox="1"/>
          <p:nvPr/>
        </p:nvSpPr>
        <p:spPr>
          <a:xfrm>
            <a:off x="298841" y="1294337"/>
            <a:ext cx="8624700" cy="5224467"/>
          </a:xfrm>
          <a:prstGeom prst="rect">
            <a:avLst/>
          </a:prstGeom>
          <a:noFill/>
          <a:ln>
            <a:noFill/>
          </a:ln>
        </p:spPr>
        <p:txBody>
          <a:bodyPr spcFirstLastPara="1" wrap="square" lIns="91425" tIns="45700" rIns="91425" bIns="45700" anchor="ctr" anchorCtr="0">
            <a:spAutoFit/>
          </a:bodyPr>
          <a:lstStyle/>
          <a:p>
            <a:pPr marL="457200" lvl="0" indent="-349250" algn="l" rtl="0">
              <a:lnSpc>
                <a:spcPct val="150000"/>
              </a:lnSpc>
              <a:spcBef>
                <a:spcPts val="1200"/>
              </a:spcBef>
              <a:spcAft>
                <a:spcPts val="0"/>
              </a:spcAft>
              <a:buClr>
                <a:schemeClr val="dk1"/>
              </a:buClr>
              <a:buSzPts val="1900"/>
              <a:buFont typeface="Times New Roman"/>
              <a:buChar char="●"/>
            </a:pPr>
            <a:r>
              <a:rPr lang="en-US" sz="1900" dirty="0">
                <a:solidFill>
                  <a:schemeClr val="dk1"/>
                </a:solidFill>
                <a:latin typeface="Times New Roman"/>
                <a:ea typeface="Times New Roman"/>
                <a:cs typeface="Times New Roman"/>
                <a:sym typeface="Times New Roman"/>
              </a:rPr>
              <a:t>The </a:t>
            </a:r>
            <a:r>
              <a:rPr lang="en-US" sz="1900" dirty="0" err="1">
                <a:solidFill>
                  <a:schemeClr val="dk1"/>
                </a:solidFill>
                <a:latin typeface="Times New Roman"/>
                <a:ea typeface="Times New Roman"/>
                <a:cs typeface="Times New Roman"/>
                <a:sym typeface="Times New Roman"/>
              </a:rPr>
              <a:t>MediNear</a:t>
            </a:r>
            <a:r>
              <a:rPr lang="en-US" sz="1900" dirty="0">
                <a:solidFill>
                  <a:schemeClr val="dk1"/>
                </a:solidFill>
                <a:latin typeface="Times New Roman"/>
                <a:ea typeface="Times New Roman"/>
                <a:cs typeface="Times New Roman"/>
                <a:sym typeface="Times New Roman"/>
              </a:rPr>
              <a:t> system was successfully implemented and tested for all core functionalities.</a:t>
            </a:r>
            <a:endParaRPr sz="1900" dirty="0">
              <a:solidFill>
                <a:schemeClr val="dk1"/>
              </a:solidFill>
              <a:latin typeface="Times New Roman"/>
              <a:ea typeface="Times New Roman"/>
              <a:cs typeface="Times New Roman"/>
              <a:sym typeface="Times New Roman"/>
            </a:endParaRPr>
          </a:p>
          <a:p>
            <a:pPr marL="457200" lvl="0" indent="-349250" algn="l" rtl="0">
              <a:lnSpc>
                <a:spcPct val="150000"/>
              </a:lnSpc>
              <a:spcBef>
                <a:spcPts val="0"/>
              </a:spcBef>
              <a:spcAft>
                <a:spcPts val="0"/>
              </a:spcAft>
              <a:buClr>
                <a:schemeClr val="dk1"/>
              </a:buClr>
              <a:buSzPts val="1900"/>
              <a:buFont typeface="Times New Roman"/>
              <a:buChar char="●"/>
            </a:pPr>
            <a:r>
              <a:rPr lang="en-US" sz="1900" dirty="0">
                <a:solidFill>
                  <a:schemeClr val="dk1"/>
                </a:solidFill>
                <a:latin typeface="Times New Roman"/>
                <a:ea typeface="Times New Roman"/>
                <a:cs typeface="Times New Roman"/>
                <a:sym typeface="Times New Roman"/>
              </a:rPr>
              <a:t>Users were able to easily search for doctors and book appointments without difficulty.</a:t>
            </a:r>
            <a:endParaRPr sz="1900" dirty="0">
              <a:solidFill>
                <a:schemeClr val="dk1"/>
              </a:solidFill>
              <a:latin typeface="Times New Roman"/>
              <a:ea typeface="Times New Roman"/>
              <a:cs typeface="Times New Roman"/>
              <a:sym typeface="Times New Roman"/>
            </a:endParaRPr>
          </a:p>
          <a:p>
            <a:pPr marL="457200" lvl="0" indent="-349250" algn="l" rtl="0">
              <a:lnSpc>
                <a:spcPct val="150000"/>
              </a:lnSpc>
              <a:spcBef>
                <a:spcPts val="0"/>
              </a:spcBef>
              <a:spcAft>
                <a:spcPts val="0"/>
              </a:spcAft>
              <a:buClr>
                <a:schemeClr val="dk1"/>
              </a:buClr>
              <a:buSzPts val="1900"/>
              <a:buFont typeface="Times New Roman"/>
              <a:buChar char="●"/>
            </a:pPr>
            <a:r>
              <a:rPr lang="en-US" sz="1900" dirty="0">
                <a:solidFill>
                  <a:schemeClr val="dk1"/>
                </a:solidFill>
                <a:latin typeface="Times New Roman"/>
                <a:ea typeface="Times New Roman"/>
                <a:cs typeface="Times New Roman"/>
                <a:sym typeface="Times New Roman"/>
              </a:rPr>
              <a:t>The system showed improved performance in terms of:</a:t>
            </a:r>
            <a:endParaRPr sz="1900" dirty="0">
              <a:solidFill>
                <a:schemeClr val="dk1"/>
              </a:solidFill>
              <a:latin typeface="Times New Roman"/>
              <a:ea typeface="Times New Roman"/>
              <a:cs typeface="Times New Roman"/>
              <a:sym typeface="Times New Roman"/>
            </a:endParaRPr>
          </a:p>
          <a:p>
            <a:pPr marL="457200" lvl="0" indent="-349250" algn="l" rtl="0">
              <a:lnSpc>
                <a:spcPct val="150000"/>
              </a:lnSpc>
              <a:spcBef>
                <a:spcPts val="0"/>
              </a:spcBef>
              <a:spcAft>
                <a:spcPts val="0"/>
              </a:spcAft>
              <a:buClr>
                <a:schemeClr val="dk1"/>
              </a:buClr>
              <a:buSzPts val="1900"/>
              <a:buFont typeface="Times New Roman"/>
              <a:buChar char="●"/>
            </a:pPr>
            <a:r>
              <a:rPr lang="en-US" sz="1900" dirty="0">
                <a:solidFill>
                  <a:schemeClr val="dk1"/>
                </a:solidFill>
                <a:latin typeface="Times New Roman"/>
                <a:ea typeface="Times New Roman"/>
                <a:cs typeface="Times New Roman"/>
                <a:sym typeface="Times New Roman"/>
              </a:rPr>
              <a:t>Faster response time</a:t>
            </a:r>
            <a:br>
              <a:rPr lang="en-US" sz="1900" dirty="0">
                <a:solidFill>
                  <a:schemeClr val="dk1"/>
                </a:solidFill>
                <a:latin typeface="Times New Roman"/>
                <a:ea typeface="Times New Roman"/>
                <a:cs typeface="Times New Roman"/>
                <a:sym typeface="Times New Roman"/>
              </a:rPr>
            </a:br>
            <a:r>
              <a:rPr lang="en-US" sz="1900" dirty="0">
                <a:solidFill>
                  <a:schemeClr val="dk1"/>
                </a:solidFill>
                <a:latin typeface="Times New Roman"/>
                <a:ea typeface="Times New Roman"/>
                <a:cs typeface="Times New Roman"/>
                <a:sym typeface="Times New Roman"/>
              </a:rPr>
              <a:t> Ease of use</a:t>
            </a:r>
            <a:br>
              <a:rPr lang="en-US" sz="1900" dirty="0">
                <a:solidFill>
                  <a:schemeClr val="dk1"/>
                </a:solidFill>
                <a:latin typeface="Times New Roman"/>
                <a:ea typeface="Times New Roman"/>
                <a:cs typeface="Times New Roman"/>
                <a:sym typeface="Times New Roman"/>
              </a:rPr>
            </a:br>
            <a:r>
              <a:rPr lang="en-US" sz="1900" dirty="0">
                <a:solidFill>
                  <a:schemeClr val="dk1"/>
                </a:solidFill>
                <a:latin typeface="Times New Roman"/>
                <a:ea typeface="Times New Roman"/>
                <a:cs typeface="Times New Roman"/>
                <a:sym typeface="Times New Roman"/>
              </a:rPr>
              <a:t> Reduced complexity</a:t>
            </a:r>
            <a:endParaRPr sz="1900" dirty="0">
              <a:solidFill>
                <a:schemeClr val="dk1"/>
              </a:solidFill>
              <a:latin typeface="Times New Roman"/>
              <a:ea typeface="Times New Roman"/>
              <a:cs typeface="Times New Roman"/>
              <a:sym typeface="Times New Roman"/>
            </a:endParaRPr>
          </a:p>
          <a:p>
            <a:pPr marL="457200" lvl="0" indent="-349250" algn="l" rtl="0">
              <a:lnSpc>
                <a:spcPct val="150000"/>
              </a:lnSpc>
              <a:spcBef>
                <a:spcPts val="0"/>
              </a:spcBef>
              <a:spcAft>
                <a:spcPts val="0"/>
              </a:spcAft>
              <a:buClr>
                <a:schemeClr val="dk1"/>
              </a:buClr>
              <a:buSzPts val="1900"/>
              <a:buFont typeface="Times New Roman"/>
              <a:buChar char="●"/>
            </a:pPr>
            <a:r>
              <a:rPr lang="en-US" sz="1900" dirty="0">
                <a:solidFill>
                  <a:schemeClr val="dk1"/>
                </a:solidFill>
                <a:latin typeface="Times New Roman"/>
                <a:ea typeface="Times New Roman"/>
                <a:cs typeface="Times New Roman"/>
                <a:sym typeface="Times New Roman"/>
              </a:rPr>
              <a:t>Compared to traditional methods and existing applications, </a:t>
            </a:r>
            <a:r>
              <a:rPr lang="en-US" sz="1900" dirty="0" err="1">
                <a:solidFill>
                  <a:schemeClr val="dk1"/>
                </a:solidFill>
                <a:latin typeface="Times New Roman"/>
                <a:ea typeface="Times New Roman"/>
                <a:cs typeface="Times New Roman"/>
                <a:sym typeface="Times New Roman"/>
              </a:rPr>
              <a:t>MediNear</a:t>
            </a:r>
            <a:r>
              <a:rPr lang="en-US" sz="1900" dirty="0">
                <a:solidFill>
                  <a:schemeClr val="dk1"/>
                </a:solidFill>
                <a:latin typeface="Times New Roman"/>
                <a:ea typeface="Times New Roman"/>
                <a:cs typeface="Times New Roman"/>
                <a:sym typeface="Times New Roman"/>
              </a:rPr>
              <a:t> provides a more user-friendly and efficient experience.</a:t>
            </a:r>
            <a:endParaRPr sz="1900" dirty="0">
              <a:solidFill>
                <a:schemeClr val="dk1"/>
              </a:solidFill>
              <a:latin typeface="Times New Roman"/>
              <a:ea typeface="Times New Roman"/>
              <a:cs typeface="Times New Roman"/>
              <a:sym typeface="Times New Roman"/>
            </a:endParaRPr>
          </a:p>
          <a:p>
            <a:pPr marL="457200" marR="0" lvl="0" indent="0" algn="l" rtl="0">
              <a:lnSpc>
                <a:spcPct val="150000"/>
              </a:lnSpc>
              <a:spcBef>
                <a:spcPts val="1200"/>
              </a:spcBef>
              <a:spcAft>
                <a:spcPts val="0"/>
              </a:spcAft>
              <a:buNone/>
            </a:pPr>
            <a:endParaRPr sz="1900" dirty="0">
              <a:solidFill>
                <a:schemeClr val="dk1"/>
              </a:solidFill>
              <a:latin typeface="Times New Roman"/>
              <a:ea typeface="Times New Roman"/>
              <a:cs typeface="Times New Roman"/>
              <a:sym typeface="Times New Roman"/>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53"/>
        <p:cNvGrpSpPr/>
        <p:nvPr/>
      </p:nvGrpSpPr>
      <p:grpSpPr>
        <a:xfrm>
          <a:off x="0" y="0"/>
          <a:ext cx="0" cy="0"/>
          <a:chOff x="0" y="0"/>
          <a:chExt cx="0" cy="0"/>
        </a:xfrm>
      </p:grpSpPr>
      <p:sp>
        <p:nvSpPr>
          <p:cNvPr id="254" name="Google Shape;254;p33"/>
          <p:cNvSpPr txBox="1"/>
          <p:nvPr/>
        </p:nvSpPr>
        <p:spPr>
          <a:xfrm>
            <a:off x="503237" y="301625"/>
            <a:ext cx="9070975" cy="1262062"/>
          </a:xfrm>
          <a:prstGeom prst="rect">
            <a:avLst/>
          </a:prstGeom>
          <a:noFill/>
          <a:ln>
            <a:noFill/>
          </a:ln>
        </p:spPr>
        <p:txBody>
          <a:bodyPr spcFirstLastPara="1" wrap="square" lIns="0" tIns="31675" rIns="0" bIns="0" anchor="ctr" anchorCtr="0">
            <a:noAutofit/>
          </a:bodyPr>
          <a:lstStyle/>
          <a:p>
            <a:pPr marL="0" marR="0" lvl="0" indent="0" algn="just" rtl="0">
              <a:lnSpc>
                <a:spcPct val="150000"/>
              </a:lnSpc>
              <a:spcBef>
                <a:spcPts val="0"/>
              </a:spcBef>
              <a:spcAft>
                <a:spcPts val="0"/>
              </a:spcAft>
              <a:buClr>
                <a:schemeClr val="dk1"/>
              </a:buClr>
              <a:buSzPts val="3600"/>
              <a:buFont typeface="Times New Roman"/>
              <a:buNone/>
            </a:pPr>
            <a:r>
              <a:rPr lang="en-US" sz="3600" b="1" i="0" u="none">
                <a:solidFill>
                  <a:schemeClr val="dk1"/>
                </a:solidFill>
                <a:latin typeface="Times New Roman"/>
                <a:ea typeface="Times New Roman"/>
                <a:cs typeface="Times New Roman"/>
                <a:sym typeface="Times New Roman"/>
              </a:rPr>
              <a:t>Conclusion and Future work</a:t>
            </a:r>
            <a:endParaRPr/>
          </a:p>
        </p:txBody>
      </p:sp>
      <p:sp>
        <p:nvSpPr>
          <p:cNvPr id="255" name="Google Shape;255;p33"/>
          <p:cNvSpPr txBox="1"/>
          <p:nvPr/>
        </p:nvSpPr>
        <p:spPr>
          <a:xfrm>
            <a:off x="503237" y="1563687"/>
            <a:ext cx="9070975" cy="5194300"/>
          </a:xfrm>
          <a:prstGeom prst="rect">
            <a:avLst/>
          </a:prstGeom>
          <a:noFill/>
          <a:ln>
            <a:noFill/>
          </a:ln>
        </p:spPr>
        <p:txBody>
          <a:bodyPr spcFirstLastPara="1" wrap="square" lIns="0" tIns="21225" rIns="0" bIns="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Trebuchet MS"/>
              <a:ea typeface="Trebuchet MS"/>
              <a:cs typeface="Trebuchet MS"/>
              <a:sym typeface="Trebuchet MS"/>
            </a:endParaRPr>
          </a:p>
        </p:txBody>
      </p:sp>
      <p:sp>
        <p:nvSpPr>
          <p:cNvPr id="256" name="Google Shape;256;p33"/>
          <p:cNvSpPr txBox="1"/>
          <p:nvPr/>
        </p:nvSpPr>
        <p:spPr>
          <a:xfrm>
            <a:off x="503237" y="1563687"/>
            <a:ext cx="8184000" cy="5224467"/>
          </a:xfrm>
          <a:prstGeom prst="rect">
            <a:avLst/>
          </a:prstGeom>
          <a:noFill/>
          <a:ln>
            <a:noFill/>
          </a:ln>
        </p:spPr>
        <p:txBody>
          <a:bodyPr spcFirstLastPara="1" wrap="square" lIns="91425" tIns="45700" rIns="91425" bIns="45700" anchor="ctr" anchorCtr="0">
            <a:spAutoFit/>
          </a:bodyPr>
          <a:lstStyle/>
          <a:p>
            <a:pPr marL="457200" lvl="0" indent="-349250" algn="l" rtl="0">
              <a:lnSpc>
                <a:spcPct val="150000"/>
              </a:lnSpc>
              <a:spcBef>
                <a:spcPts val="1200"/>
              </a:spcBef>
              <a:spcAft>
                <a:spcPts val="0"/>
              </a:spcAft>
              <a:buClr>
                <a:schemeClr val="dk1"/>
              </a:buClr>
              <a:buSzPts val="1900"/>
              <a:buFont typeface="Times New Roman"/>
              <a:buChar char="•"/>
            </a:pPr>
            <a:r>
              <a:rPr lang="en-US" sz="1900" dirty="0" err="1">
                <a:solidFill>
                  <a:schemeClr val="dk1"/>
                </a:solidFill>
                <a:latin typeface="Times New Roman"/>
                <a:ea typeface="Times New Roman"/>
                <a:cs typeface="Times New Roman"/>
                <a:sym typeface="Times New Roman"/>
              </a:rPr>
              <a:t>MediNear</a:t>
            </a:r>
            <a:r>
              <a:rPr lang="en-US" sz="1900" dirty="0">
                <a:solidFill>
                  <a:schemeClr val="dk1"/>
                </a:solidFill>
                <a:latin typeface="Times New Roman"/>
                <a:ea typeface="Times New Roman"/>
                <a:cs typeface="Times New Roman"/>
                <a:sym typeface="Times New Roman"/>
              </a:rPr>
              <a:t> is a smart healthcare solution that simplifies access to medical services.</a:t>
            </a:r>
            <a:endParaRPr sz="1900" dirty="0">
              <a:solidFill>
                <a:schemeClr val="dk1"/>
              </a:solidFill>
              <a:latin typeface="Times New Roman"/>
              <a:ea typeface="Times New Roman"/>
              <a:cs typeface="Times New Roman"/>
              <a:sym typeface="Times New Roman"/>
            </a:endParaRPr>
          </a:p>
          <a:p>
            <a:pPr marL="457200" lvl="0" indent="-349250" algn="l" rtl="0">
              <a:lnSpc>
                <a:spcPct val="150000"/>
              </a:lnSpc>
              <a:spcBef>
                <a:spcPts val="0"/>
              </a:spcBef>
              <a:spcAft>
                <a:spcPts val="0"/>
              </a:spcAft>
              <a:buClr>
                <a:schemeClr val="dk1"/>
              </a:buClr>
              <a:buSzPts val="1900"/>
              <a:buFont typeface="Times New Roman"/>
              <a:buChar char="•"/>
            </a:pPr>
            <a:r>
              <a:rPr lang="en-US" sz="1900" dirty="0">
                <a:solidFill>
                  <a:schemeClr val="dk1"/>
                </a:solidFill>
                <a:latin typeface="Times New Roman"/>
                <a:ea typeface="Times New Roman"/>
                <a:cs typeface="Times New Roman"/>
                <a:sym typeface="Times New Roman"/>
              </a:rPr>
              <a:t>It successfully integrates doctor search, appointment booking, and Map-based guidance into a single platform.</a:t>
            </a:r>
            <a:endParaRPr sz="1900" dirty="0">
              <a:solidFill>
                <a:schemeClr val="dk1"/>
              </a:solidFill>
              <a:latin typeface="Times New Roman"/>
              <a:ea typeface="Times New Roman"/>
              <a:cs typeface="Times New Roman"/>
              <a:sym typeface="Times New Roman"/>
            </a:endParaRPr>
          </a:p>
          <a:p>
            <a:pPr marL="457200" lvl="0" indent="-349250" algn="l" rtl="0">
              <a:lnSpc>
                <a:spcPct val="150000"/>
              </a:lnSpc>
              <a:spcBef>
                <a:spcPts val="0"/>
              </a:spcBef>
              <a:spcAft>
                <a:spcPts val="0"/>
              </a:spcAft>
              <a:buClr>
                <a:schemeClr val="dk1"/>
              </a:buClr>
              <a:buSzPts val="1900"/>
              <a:buFont typeface="Times New Roman"/>
              <a:buChar char="•"/>
            </a:pPr>
            <a:r>
              <a:rPr lang="en-US" sz="1900" dirty="0">
                <a:solidFill>
                  <a:schemeClr val="dk1"/>
                </a:solidFill>
                <a:latin typeface="Times New Roman"/>
                <a:ea typeface="Times New Roman"/>
                <a:cs typeface="Times New Roman"/>
                <a:sym typeface="Times New Roman"/>
              </a:rPr>
              <a:t>The use of a guide improves user interaction and helps users make better healthcare decisions.</a:t>
            </a:r>
            <a:endParaRPr sz="1900" dirty="0">
              <a:solidFill>
                <a:schemeClr val="dk1"/>
              </a:solidFill>
              <a:latin typeface="Times New Roman"/>
              <a:ea typeface="Times New Roman"/>
              <a:cs typeface="Times New Roman"/>
              <a:sym typeface="Times New Roman"/>
            </a:endParaRPr>
          </a:p>
          <a:p>
            <a:pPr marL="457200" lvl="0" indent="-349250" algn="l" rtl="0">
              <a:lnSpc>
                <a:spcPct val="150000"/>
              </a:lnSpc>
              <a:spcBef>
                <a:spcPts val="0"/>
              </a:spcBef>
              <a:spcAft>
                <a:spcPts val="0"/>
              </a:spcAft>
              <a:buClr>
                <a:schemeClr val="dk1"/>
              </a:buClr>
              <a:buSzPts val="1900"/>
              <a:buFont typeface="Times New Roman"/>
              <a:buChar char="•"/>
            </a:pPr>
            <a:r>
              <a:rPr lang="en-US" sz="1900" dirty="0">
                <a:solidFill>
                  <a:schemeClr val="dk1"/>
                </a:solidFill>
                <a:latin typeface="Times New Roman"/>
                <a:ea typeface="Times New Roman"/>
                <a:cs typeface="Times New Roman"/>
                <a:sym typeface="Times New Roman"/>
              </a:rPr>
              <a:t>The system enhances accessibility, efficiency, and overall user experience in the healthcare domain.</a:t>
            </a:r>
            <a:endParaRPr sz="1900" dirty="0">
              <a:solidFill>
                <a:schemeClr val="dk1"/>
              </a:solidFill>
              <a:latin typeface="Times New Roman"/>
              <a:ea typeface="Times New Roman"/>
              <a:cs typeface="Times New Roman"/>
              <a:sym typeface="Times New Roman"/>
            </a:endParaRPr>
          </a:p>
          <a:p>
            <a:pPr marL="457200" lvl="0" indent="-349250" algn="l" rtl="0">
              <a:lnSpc>
                <a:spcPct val="150000"/>
              </a:lnSpc>
              <a:spcBef>
                <a:spcPts val="0"/>
              </a:spcBef>
              <a:spcAft>
                <a:spcPts val="0"/>
              </a:spcAft>
              <a:buClr>
                <a:schemeClr val="dk1"/>
              </a:buClr>
              <a:buSzPts val="1900"/>
              <a:buFont typeface="Times New Roman"/>
              <a:buChar char="•"/>
            </a:pPr>
            <a:r>
              <a:rPr lang="en-US" sz="1900" dirty="0" err="1">
                <a:solidFill>
                  <a:schemeClr val="dk1"/>
                </a:solidFill>
                <a:latin typeface="Times New Roman"/>
                <a:ea typeface="Times New Roman"/>
                <a:cs typeface="Times New Roman"/>
                <a:sym typeface="Times New Roman"/>
              </a:rPr>
              <a:t>MediNear</a:t>
            </a:r>
            <a:r>
              <a:rPr lang="en-US" sz="1900" dirty="0">
                <a:solidFill>
                  <a:schemeClr val="dk1"/>
                </a:solidFill>
                <a:latin typeface="Times New Roman"/>
                <a:ea typeface="Times New Roman"/>
                <a:cs typeface="Times New Roman"/>
                <a:sym typeface="Times New Roman"/>
              </a:rPr>
              <a:t> proves to be a reliable and scalable solution for modern digital healthcare needs.</a:t>
            </a:r>
            <a:endParaRPr sz="1900" dirty="0">
              <a:solidFill>
                <a:schemeClr val="dk1"/>
              </a:solidFill>
              <a:latin typeface="Times New Roman"/>
              <a:ea typeface="Times New Roman"/>
              <a:cs typeface="Times New Roman"/>
              <a:sym typeface="Times New Roman"/>
            </a:endParaRPr>
          </a:p>
          <a:p>
            <a:pPr marL="457200" marR="0" lvl="0" indent="0" algn="l" rtl="0">
              <a:lnSpc>
                <a:spcPct val="150000"/>
              </a:lnSpc>
              <a:spcBef>
                <a:spcPts val="1200"/>
              </a:spcBef>
              <a:spcAft>
                <a:spcPts val="0"/>
              </a:spcAft>
              <a:buNone/>
            </a:pPr>
            <a:endParaRPr sz="1900" dirty="0">
              <a:solidFill>
                <a:schemeClr val="dk1"/>
              </a:solidFill>
              <a:latin typeface="Times New Roman"/>
              <a:ea typeface="Times New Roman"/>
              <a:cs typeface="Times New Roman"/>
              <a:sym typeface="Times New Roman"/>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261"/>
        <p:cNvGrpSpPr/>
        <p:nvPr/>
      </p:nvGrpSpPr>
      <p:grpSpPr>
        <a:xfrm>
          <a:off x="0" y="0"/>
          <a:ext cx="0" cy="0"/>
          <a:chOff x="0" y="0"/>
          <a:chExt cx="0" cy="0"/>
        </a:xfrm>
      </p:grpSpPr>
      <p:sp>
        <p:nvSpPr>
          <p:cNvPr id="262" name="Google Shape;262;p34"/>
          <p:cNvSpPr txBox="1"/>
          <p:nvPr/>
        </p:nvSpPr>
        <p:spPr>
          <a:xfrm>
            <a:off x="503237" y="301625"/>
            <a:ext cx="9070975" cy="1262062"/>
          </a:xfrm>
          <a:prstGeom prst="rect">
            <a:avLst/>
          </a:prstGeom>
          <a:noFill/>
          <a:ln>
            <a:noFill/>
          </a:ln>
        </p:spPr>
        <p:txBody>
          <a:bodyPr spcFirstLastPara="1" wrap="square" lIns="0" tIns="31675" rIns="0" bIns="0" anchor="ctr" anchorCtr="0">
            <a:noAutofit/>
          </a:bodyPr>
          <a:lstStyle/>
          <a:p>
            <a:pPr marL="0" marR="0" lvl="0" indent="0" algn="l" rtl="0">
              <a:lnSpc>
                <a:spcPct val="93000"/>
              </a:lnSpc>
              <a:spcBef>
                <a:spcPts val="0"/>
              </a:spcBef>
              <a:spcAft>
                <a:spcPts val="0"/>
              </a:spcAft>
              <a:buClr>
                <a:srgbClr val="000000"/>
              </a:buClr>
              <a:buSzPts val="3600"/>
              <a:buFont typeface="Times New Roman"/>
              <a:buNone/>
            </a:pPr>
            <a:r>
              <a:rPr lang="en-US" sz="3600" b="1" i="0" u="none">
                <a:solidFill>
                  <a:srgbClr val="000000"/>
                </a:solidFill>
                <a:latin typeface="Times New Roman"/>
                <a:ea typeface="Times New Roman"/>
                <a:cs typeface="Times New Roman"/>
                <a:sym typeface="Times New Roman"/>
              </a:rPr>
              <a:t>References</a:t>
            </a:r>
            <a:endParaRPr/>
          </a:p>
        </p:txBody>
      </p:sp>
      <p:sp>
        <p:nvSpPr>
          <p:cNvPr id="263" name="Google Shape;263;p34"/>
          <p:cNvSpPr txBox="1"/>
          <p:nvPr/>
        </p:nvSpPr>
        <p:spPr>
          <a:xfrm>
            <a:off x="503237" y="1563687"/>
            <a:ext cx="9070975" cy="5194300"/>
          </a:xfrm>
          <a:prstGeom prst="rect">
            <a:avLst/>
          </a:prstGeom>
          <a:noFill/>
          <a:ln>
            <a:noFill/>
          </a:ln>
        </p:spPr>
        <p:txBody>
          <a:bodyPr spcFirstLastPara="1" wrap="square" lIns="0" tIns="21225" rIns="0" bIns="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Trebuchet MS"/>
              <a:ea typeface="Trebuchet MS"/>
              <a:cs typeface="Trebuchet MS"/>
              <a:sym typeface="Trebuchet MS"/>
            </a:endParaRPr>
          </a:p>
        </p:txBody>
      </p:sp>
      <p:sp>
        <p:nvSpPr>
          <p:cNvPr id="264" name="Google Shape;264;p34"/>
          <p:cNvSpPr txBox="1"/>
          <p:nvPr/>
        </p:nvSpPr>
        <p:spPr>
          <a:xfrm>
            <a:off x="503237" y="1563687"/>
            <a:ext cx="8677275" cy="5608637"/>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chemeClr val="dk1"/>
              </a:buClr>
              <a:buSzPts val="2400"/>
              <a:buFont typeface="Arial"/>
              <a:buChar char="•"/>
            </a:pPr>
            <a:r>
              <a:rPr lang="en-US" sz="2400" b="0" i="0" u="none">
                <a:solidFill>
                  <a:schemeClr val="dk1"/>
                </a:solidFill>
                <a:latin typeface="Times New Roman"/>
                <a:ea typeface="Times New Roman"/>
                <a:cs typeface="Times New Roman"/>
                <a:sym typeface="Times New Roman"/>
              </a:rPr>
              <a:t>All references must strictly follow IEEE citation format.</a:t>
            </a:r>
            <a:endParaRPr/>
          </a:p>
          <a:p>
            <a:pPr marL="342900" marR="0" lvl="0" indent="-342900" algn="l" rtl="0">
              <a:lnSpc>
                <a:spcPct val="100000"/>
              </a:lnSpc>
              <a:spcBef>
                <a:spcPts val="0"/>
              </a:spcBef>
              <a:spcAft>
                <a:spcPts val="0"/>
              </a:spcAft>
              <a:buClr>
                <a:schemeClr val="dk1"/>
              </a:buClr>
              <a:buSzPts val="2400"/>
              <a:buFont typeface="Arial"/>
              <a:buChar char="•"/>
            </a:pPr>
            <a:r>
              <a:rPr lang="en-US" sz="2400" b="0" i="0" u="none">
                <a:solidFill>
                  <a:schemeClr val="dk1"/>
                </a:solidFill>
                <a:latin typeface="Times New Roman"/>
                <a:ea typeface="Times New Roman"/>
                <a:cs typeface="Times New Roman"/>
                <a:sym typeface="Times New Roman"/>
              </a:rPr>
              <a:t>Include DOI or official publisher link (IEEE Xplore / Springer / ACM / ScienceDirect) for each paper.</a:t>
            </a:r>
            <a:endParaRPr/>
          </a:p>
          <a:p>
            <a:pPr marL="342900" marR="0" lvl="0" indent="-342900" algn="l" rtl="0">
              <a:lnSpc>
                <a:spcPct val="100000"/>
              </a:lnSpc>
              <a:spcBef>
                <a:spcPts val="0"/>
              </a:spcBef>
              <a:spcAft>
                <a:spcPts val="0"/>
              </a:spcAft>
              <a:buClr>
                <a:schemeClr val="dk1"/>
              </a:buClr>
              <a:buSzPts val="2400"/>
              <a:buFont typeface="Arial"/>
              <a:buChar char="•"/>
            </a:pPr>
            <a:r>
              <a:rPr lang="en-US" sz="2400" b="0" i="0" u="none">
                <a:solidFill>
                  <a:schemeClr val="dk1"/>
                </a:solidFill>
                <a:latin typeface="Times New Roman"/>
                <a:ea typeface="Times New Roman"/>
                <a:cs typeface="Times New Roman"/>
                <a:sym typeface="Times New Roman"/>
              </a:rPr>
              <a:t>Avoid citing blogs, Wikipedia, or non-academic websites.</a:t>
            </a:r>
            <a:endParaRPr/>
          </a:p>
          <a:p>
            <a:pPr marL="342900" marR="0" lvl="0" indent="-342900" algn="l" rtl="0">
              <a:lnSpc>
                <a:spcPct val="100000"/>
              </a:lnSpc>
              <a:spcBef>
                <a:spcPts val="0"/>
              </a:spcBef>
              <a:spcAft>
                <a:spcPts val="0"/>
              </a:spcAft>
              <a:buClr>
                <a:schemeClr val="dk1"/>
              </a:buClr>
              <a:buSzPts val="2400"/>
              <a:buFont typeface="Arial"/>
              <a:buChar char="•"/>
            </a:pPr>
            <a:r>
              <a:rPr lang="en-US" sz="2400" b="0" i="0" u="none">
                <a:solidFill>
                  <a:schemeClr val="dk1"/>
                </a:solidFill>
                <a:latin typeface="Times New Roman"/>
                <a:ea typeface="Times New Roman"/>
                <a:cs typeface="Times New Roman"/>
                <a:sym typeface="Times New Roman"/>
              </a:rPr>
              <a:t>Every reference listed must be cited in the report and PPT.</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69"/>
        <p:cNvGrpSpPr/>
        <p:nvPr/>
      </p:nvGrpSpPr>
      <p:grpSpPr>
        <a:xfrm>
          <a:off x="0" y="0"/>
          <a:ext cx="0" cy="0"/>
          <a:chOff x="0" y="0"/>
          <a:chExt cx="0" cy="0"/>
        </a:xfrm>
      </p:grpSpPr>
      <p:sp>
        <p:nvSpPr>
          <p:cNvPr id="270" name="Google Shape;270;p35"/>
          <p:cNvSpPr txBox="1"/>
          <p:nvPr/>
        </p:nvSpPr>
        <p:spPr>
          <a:xfrm>
            <a:off x="647700" y="3057525"/>
            <a:ext cx="9070975" cy="1262062"/>
          </a:xfrm>
          <a:prstGeom prst="rect">
            <a:avLst/>
          </a:prstGeom>
          <a:noFill/>
          <a:ln>
            <a:noFill/>
          </a:ln>
        </p:spPr>
        <p:txBody>
          <a:bodyPr spcFirstLastPara="1" wrap="square" lIns="0" tIns="31675" rIns="0" bIns="0" anchor="ctr" anchorCtr="0">
            <a:noAutofit/>
          </a:bodyPr>
          <a:lstStyle/>
          <a:p>
            <a:pPr marL="0" marR="0" lvl="0" indent="0" algn="ctr" rtl="0">
              <a:lnSpc>
                <a:spcPct val="93000"/>
              </a:lnSpc>
              <a:spcBef>
                <a:spcPts val="0"/>
              </a:spcBef>
              <a:spcAft>
                <a:spcPts val="0"/>
              </a:spcAft>
              <a:buClr>
                <a:srgbClr val="000000"/>
              </a:buClr>
              <a:buSzPts val="3600"/>
              <a:buFont typeface="Times New Roman"/>
              <a:buNone/>
            </a:pPr>
            <a:r>
              <a:rPr lang="en-US" sz="3600" b="1" i="0" u="none">
                <a:solidFill>
                  <a:srgbClr val="000000"/>
                </a:solidFill>
                <a:latin typeface="Times New Roman"/>
                <a:ea typeface="Times New Roman"/>
                <a:cs typeface="Times New Roman"/>
                <a:sym typeface="Times New Roman"/>
              </a:rPr>
              <a:t>Thank You...!!</a:t>
            </a:r>
            <a:endParaRPr/>
          </a:p>
        </p:txBody>
      </p:sp>
    </p:spTree>
  </p:cSld>
  <p:clrMapOvr>
    <a:masterClrMapping/>
  </p:clrMapOvr>
</p:sld>
</file>

<file path=ppt/theme/theme1.xml><?xml version="1.0" encoding="utf-8"?>
<a:theme xmlns:a="http://schemas.openxmlformats.org/drawingml/2006/main" name="Facet">
  <a:themeElements>
    <a:clrScheme name="default">
      <a:dk1>
        <a:srgbClr val="000000"/>
      </a:dk1>
      <a:lt1>
        <a:srgbClr val="FFFFFF"/>
      </a:lt1>
      <a:dk2>
        <a:srgbClr val="2C3C43"/>
      </a:dk2>
      <a:lt2>
        <a:srgbClr val="EBEBEB"/>
      </a:lt2>
      <a:accent1>
        <a:srgbClr val="5FCBEF"/>
      </a:accent1>
      <a:accent2>
        <a:srgbClr val="2E83C3"/>
      </a:accent2>
      <a:accent3>
        <a:srgbClr val="FFFFFF"/>
      </a:accent3>
      <a:accent4>
        <a:srgbClr val="5FCBEF"/>
      </a:accent4>
      <a:accent5>
        <a:srgbClr val="2E83C3"/>
      </a:accent5>
      <a:accent6>
        <a:srgbClr val="FFFFFF"/>
      </a:accent6>
      <a:hlink>
        <a:srgbClr val="3FCDE7"/>
      </a:hlink>
      <a:folHlink>
        <a:srgbClr val="A9D3E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Facet">
  <a:themeElements>
    <a:clrScheme name="Facet">
      <a:dk1>
        <a:srgbClr val="000000"/>
      </a:dk1>
      <a:lt1>
        <a:srgbClr val="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32</TotalTime>
  <Words>1306</Words>
  <Application>Microsoft Office PowerPoint</Application>
  <PresentationFormat>Custom</PresentationFormat>
  <Paragraphs>148</Paragraphs>
  <Slides>41</Slides>
  <Notes>18</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41</vt:i4>
      </vt:variant>
    </vt:vector>
  </HeadingPairs>
  <TitlesOfParts>
    <vt:vector size="48" baseType="lpstr">
      <vt:lpstr>Arial</vt:lpstr>
      <vt:lpstr>Noto Sans Symbols</vt:lpstr>
      <vt:lpstr>Times New Roman</vt:lpstr>
      <vt:lpstr>Trebuchet MS</vt:lpstr>
      <vt:lpstr>Wingdings</vt:lpstr>
      <vt:lpstr>Facet</vt:lpstr>
      <vt:lpstr>Facet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vt:lpstr>
      <vt:lpstr> Problem statement and Objectives</vt:lpstr>
      <vt:lpstr>Objectives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USER</dc:creator>
  <cp:lastModifiedBy>Jahnavi Eranki</cp:lastModifiedBy>
  <cp:revision>2</cp:revision>
  <dcterms:modified xsi:type="dcterms:W3CDTF">2026-03-20T09:11:12Z</dcterms:modified>
</cp:coreProperties>
</file>